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comments/modernComment_102_335BE035.xml" ContentType="application/vnd.ms-powerpoint.comments+xml"/>
  <Override PartName="/ppt/notesSlides/notesSlide3.xml" ContentType="application/vnd.openxmlformats-officedocument.presentationml.notesSlide+xml"/>
  <Override PartName="/ppt/comments/modernComment_104_9C52468E.xml" ContentType="application/vnd.ms-powerpoint.comments+xml"/>
  <Override PartName="/ppt/changesInfos/changesInfo1.xml" ContentType="application/vnd.ms-powerpoint.changesinfo+xml"/>
  <Override PartName="/ppt/revisionInfo.xml" ContentType="application/vnd.ms-powerpoint.revisioninfo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5"/>
  </p:notesMasterIdLst>
  <p:sldIdLst>
    <p:sldId id="256" r:id="rId2"/>
    <p:sldId id="258" r:id="rId3"/>
    <p:sldId id="260" r:id="rId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300BD291-8104-3863-A481-23F2CF4DA489}" name="Sandra Klemet-N'guessan" initials="SK" userId="S::sandraklemet@trentu.ca::0d19dd2d-6e00-409e-9933-e191f280205d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CCCCCC"/>
    <a:srgbClr val="666666"/>
    <a:srgbClr val="1A1A1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E1E50520-6CAF-470A-84EB-2E8DC844BFE7}" v="67" dt="2025-12-16T14:43:07.932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87651" autoAdjust="0"/>
  </p:normalViewPr>
  <p:slideViewPr>
    <p:cSldViewPr snapToGrid="0">
      <p:cViewPr varScale="1">
        <p:scale>
          <a:sx n="97" d="100"/>
          <a:sy n="97" d="100"/>
        </p:scale>
        <p:origin x="294" y="78"/>
      </p:cViewPr>
      <p:guideLst/>
    </p:cSldViewPr>
  </p:slideViewPr>
  <p:notesTextViewPr>
    <p:cViewPr>
      <p:scale>
        <a:sx n="1" d="1"/>
        <a:sy n="1" d="1"/>
      </p:scale>
      <p:origin x="0" y="-396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12" Type="http://schemas.microsoft.com/office/2018/10/relationships/authors" Target="author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11" Type="http://schemas.microsoft.com/office/2015/10/relationships/revisionInfo" Target="revisionInfo.xml"/><Relationship Id="rId5" Type="http://schemas.openxmlformats.org/officeDocument/2006/relationships/notesMaster" Target="notesMasters/notesMaster1.xml"/><Relationship Id="rId10" Type="http://schemas.microsoft.com/office/2016/11/relationships/changesInfo" Target="changesInfos/changesInfo1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Sandra Klemet-N'guessan" userId="0d19dd2d-6e00-409e-9933-e191f280205d" providerId="ADAL" clId="{CE03E1C6-2D51-4ED0-B122-F20503508803}"/>
    <pc:docChg chg="undo redo custSel addSld delSld modSld">
      <pc:chgData name="Sandra Klemet-N'guessan" userId="0d19dd2d-6e00-409e-9933-e191f280205d" providerId="ADAL" clId="{CE03E1C6-2D51-4ED0-B122-F20503508803}" dt="2025-12-16T14:45:46.099" v="630" actId="1076"/>
      <pc:docMkLst>
        <pc:docMk/>
      </pc:docMkLst>
      <pc:sldChg chg="addSp delSp modSp mod modCm modNotesTx">
        <pc:chgData name="Sandra Klemet-N'guessan" userId="0d19dd2d-6e00-409e-9933-e191f280205d" providerId="ADAL" clId="{CE03E1C6-2D51-4ED0-B122-F20503508803}" dt="2025-12-16T10:52:29.387" v="434" actId="14100"/>
        <pc:sldMkLst>
          <pc:docMk/>
          <pc:sldMk cId="861659189" sldId="258"/>
        </pc:sldMkLst>
        <pc:spChg chg="mod">
          <ac:chgData name="Sandra Klemet-N'guessan" userId="0d19dd2d-6e00-409e-9933-e191f280205d" providerId="ADAL" clId="{CE03E1C6-2D51-4ED0-B122-F20503508803}" dt="2025-12-16T09:58:19.237" v="43" actId="14100"/>
          <ac:spMkLst>
            <pc:docMk/>
            <pc:sldMk cId="861659189" sldId="258"/>
            <ac:spMk id="2" creationId="{35E397F4-F1FE-8F5D-8D52-1636AD8A4F81}"/>
          </ac:spMkLst>
        </pc:spChg>
        <pc:spChg chg="mod">
          <ac:chgData name="Sandra Klemet-N'guessan" userId="0d19dd2d-6e00-409e-9933-e191f280205d" providerId="ADAL" clId="{CE03E1C6-2D51-4ED0-B122-F20503508803}" dt="2025-12-16T10:23:18.420" v="218" actId="20577"/>
          <ac:spMkLst>
            <pc:docMk/>
            <pc:sldMk cId="861659189" sldId="258"/>
            <ac:spMk id="3" creationId="{B5F3289C-90D8-354D-7392-F0DCC6D16809}"/>
          </ac:spMkLst>
        </pc:spChg>
        <pc:spChg chg="mod">
          <ac:chgData name="Sandra Klemet-N'guessan" userId="0d19dd2d-6e00-409e-9933-e191f280205d" providerId="ADAL" clId="{CE03E1C6-2D51-4ED0-B122-F20503508803}" dt="2025-12-16T10:05:22.419" v="95" actId="1076"/>
          <ac:spMkLst>
            <pc:docMk/>
            <pc:sldMk cId="861659189" sldId="258"/>
            <ac:spMk id="10" creationId="{011FB80E-45E7-82EF-E95A-2D8696B6E968}"/>
          </ac:spMkLst>
        </pc:spChg>
        <pc:spChg chg="mod">
          <ac:chgData name="Sandra Klemet-N'guessan" userId="0d19dd2d-6e00-409e-9933-e191f280205d" providerId="ADAL" clId="{CE03E1C6-2D51-4ED0-B122-F20503508803}" dt="2025-12-16T10:05:22.419" v="95" actId="1076"/>
          <ac:spMkLst>
            <pc:docMk/>
            <pc:sldMk cId="861659189" sldId="258"/>
            <ac:spMk id="11" creationId="{E0786068-976E-A670-4799-3C3EAB5E2140}"/>
          </ac:spMkLst>
        </pc:spChg>
        <pc:spChg chg="mod">
          <ac:chgData name="Sandra Klemet-N'guessan" userId="0d19dd2d-6e00-409e-9933-e191f280205d" providerId="ADAL" clId="{CE03E1C6-2D51-4ED0-B122-F20503508803}" dt="2025-12-16T10:41:11.013" v="372" actId="1076"/>
          <ac:spMkLst>
            <pc:docMk/>
            <pc:sldMk cId="861659189" sldId="258"/>
            <ac:spMk id="12" creationId="{453EE493-DD90-4C11-998C-BEFB4E932E8A}"/>
          </ac:spMkLst>
        </pc:spChg>
        <pc:spChg chg="mod">
          <ac:chgData name="Sandra Klemet-N'guessan" userId="0d19dd2d-6e00-409e-9933-e191f280205d" providerId="ADAL" clId="{CE03E1C6-2D51-4ED0-B122-F20503508803}" dt="2025-12-16T10:06:22.079" v="98" actId="1076"/>
          <ac:spMkLst>
            <pc:docMk/>
            <pc:sldMk cId="861659189" sldId="258"/>
            <ac:spMk id="13" creationId="{466A50A4-39FE-35CF-DECE-DEFEBA9DDB45}"/>
          </ac:spMkLst>
        </pc:spChg>
        <pc:spChg chg="mod">
          <ac:chgData name="Sandra Klemet-N'guessan" userId="0d19dd2d-6e00-409e-9933-e191f280205d" providerId="ADAL" clId="{CE03E1C6-2D51-4ED0-B122-F20503508803}" dt="2025-12-16T10:41:02.720" v="370" actId="1076"/>
          <ac:spMkLst>
            <pc:docMk/>
            <pc:sldMk cId="861659189" sldId="258"/>
            <ac:spMk id="15" creationId="{7228453D-1115-C2EC-1F37-367198C8CD12}"/>
          </ac:spMkLst>
        </pc:spChg>
        <pc:spChg chg="del">
          <ac:chgData name="Sandra Klemet-N'guessan" userId="0d19dd2d-6e00-409e-9933-e191f280205d" providerId="ADAL" clId="{CE03E1C6-2D51-4ED0-B122-F20503508803}" dt="2025-12-16T09:53:42.920" v="0" actId="478"/>
          <ac:spMkLst>
            <pc:docMk/>
            <pc:sldMk cId="861659189" sldId="258"/>
            <ac:spMk id="16" creationId="{8E05E7B8-9965-8FBD-8992-38D9EDB3CC73}"/>
          </ac:spMkLst>
        </pc:spChg>
        <pc:spChg chg="mod">
          <ac:chgData name="Sandra Klemet-N'guessan" userId="0d19dd2d-6e00-409e-9933-e191f280205d" providerId="ADAL" clId="{CE03E1C6-2D51-4ED0-B122-F20503508803}" dt="2025-12-16T10:20:00.579" v="170" actId="1076"/>
          <ac:spMkLst>
            <pc:docMk/>
            <pc:sldMk cId="861659189" sldId="258"/>
            <ac:spMk id="17" creationId="{E5340DD9-52EB-E7FB-80A0-769E1DB5E7D6}"/>
          </ac:spMkLst>
        </pc:spChg>
        <pc:spChg chg="mod">
          <ac:chgData name="Sandra Klemet-N'guessan" userId="0d19dd2d-6e00-409e-9933-e191f280205d" providerId="ADAL" clId="{CE03E1C6-2D51-4ED0-B122-F20503508803}" dt="2025-12-16T10:06:12.014" v="97" actId="1076"/>
          <ac:spMkLst>
            <pc:docMk/>
            <pc:sldMk cId="861659189" sldId="258"/>
            <ac:spMk id="19" creationId="{77D5AE27-B84C-2864-B30D-4357A95CC969}"/>
          </ac:spMkLst>
        </pc:spChg>
        <pc:spChg chg="mod">
          <ac:chgData name="Sandra Klemet-N'guessan" userId="0d19dd2d-6e00-409e-9933-e191f280205d" providerId="ADAL" clId="{CE03E1C6-2D51-4ED0-B122-F20503508803}" dt="2025-12-16T10:07:43.678" v="109" actId="1076"/>
          <ac:spMkLst>
            <pc:docMk/>
            <pc:sldMk cId="861659189" sldId="258"/>
            <ac:spMk id="20" creationId="{D06366CD-A67C-6ADB-9701-AC58C6EF35B2}"/>
          </ac:spMkLst>
        </pc:spChg>
        <pc:spChg chg="mod">
          <ac:chgData name="Sandra Klemet-N'guessan" userId="0d19dd2d-6e00-409e-9933-e191f280205d" providerId="ADAL" clId="{CE03E1C6-2D51-4ED0-B122-F20503508803}" dt="2025-12-16T10:51:40.175" v="427" actId="1076"/>
          <ac:spMkLst>
            <pc:docMk/>
            <pc:sldMk cId="861659189" sldId="258"/>
            <ac:spMk id="21" creationId="{33DEC2B4-3762-6B80-BD4D-C1F147698386}"/>
          </ac:spMkLst>
        </pc:spChg>
        <pc:spChg chg="mod">
          <ac:chgData name="Sandra Klemet-N'guessan" userId="0d19dd2d-6e00-409e-9933-e191f280205d" providerId="ADAL" clId="{CE03E1C6-2D51-4ED0-B122-F20503508803}" dt="2025-12-16T10:16:19.248" v="162" actId="14100"/>
          <ac:spMkLst>
            <pc:docMk/>
            <pc:sldMk cId="861659189" sldId="258"/>
            <ac:spMk id="28" creationId="{72EEB488-1087-AFA3-1F05-5D1AA66B2F1C}"/>
          </ac:spMkLst>
        </pc:spChg>
        <pc:spChg chg="del">
          <ac:chgData name="Sandra Klemet-N'guessan" userId="0d19dd2d-6e00-409e-9933-e191f280205d" providerId="ADAL" clId="{CE03E1C6-2D51-4ED0-B122-F20503508803}" dt="2025-12-16T09:54:37.300" v="9" actId="478"/>
          <ac:spMkLst>
            <pc:docMk/>
            <pc:sldMk cId="861659189" sldId="258"/>
            <ac:spMk id="35" creationId="{7676B252-4200-8047-1C14-3A9350AF4A25}"/>
          </ac:spMkLst>
        </pc:spChg>
        <pc:spChg chg="del">
          <ac:chgData name="Sandra Klemet-N'guessan" userId="0d19dd2d-6e00-409e-9933-e191f280205d" providerId="ADAL" clId="{CE03E1C6-2D51-4ED0-B122-F20503508803}" dt="2025-12-16T09:54:38.110" v="10" actId="478"/>
          <ac:spMkLst>
            <pc:docMk/>
            <pc:sldMk cId="861659189" sldId="258"/>
            <ac:spMk id="36" creationId="{5B625E35-6A4B-E2F7-F2C8-4FBD737E9D35}"/>
          </ac:spMkLst>
        </pc:spChg>
        <pc:spChg chg="mod">
          <ac:chgData name="Sandra Klemet-N'guessan" userId="0d19dd2d-6e00-409e-9933-e191f280205d" providerId="ADAL" clId="{CE03E1C6-2D51-4ED0-B122-F20503508803}" dt="2025-12-16T10:12:02.060" v="131" actId="1076"/>
          <ac:spMkLst>
            <pc:docMk/>
            <pc:sldMk cId="861659189" sldId="258"/>
            <ac:spMk id="37" creationId="{471005D6-648B-9BD1-AB78-2F342B3334F0}"/>
          </ac:spMkLst>
        </pc:spChg>
        <pc:spChg chg="mod">
          <ac:chgData name="Sandra Klemet-N'guessan" userId="0d19dd2d-6e00-409e-9933-e191f280205d" providerId="ADAL" clId="{CE03E1C6-2D51-4ED0-B122-F20503508803}" dt="2025-12-16T10:15:51.330" v="159" actId="1076"/>
          <ac:spMkLst>
            <pc:docMk/>
            <pc:sldMk cId="861659189" sldId="258"/>
            <ac:spMk id="42" creationId="{130C9660-BEFE-523C-3DF8-3EABE72E2C15}"/>
          </ac:spMkLst>
        </pc:spChg>
        <pc:spChg chg="mod">
          <ac:chgData name="Sandra Klemet-N'guessan" userId="0d19dd2d-6e00-409e-9933-e191f280205d" providerId="ADAL" clId="{CE03E1C6-2D51-4ED0-B122-F20503508803}" dt="2025-12-16T10:51:30.859" v="426" actId="1076"/>
          <ac:spMkLst>
            <pc:docMk/>
            <pc:sldMk cId="861659189" sldId="258"/>
            <ac:spMk id="52" creationId="{380777CF-4004-C168-94AB-13E879B0BA54}"/>
          </ac:spMkLst>
        </pc:spChg>
        <pc:spChg chg="add mod">
          <ac:chgData name="Sandra Klemet-N'guessan" userId="0d19dd2d-6e00-409e-9933-e191f280205d" providerId="ADAL" clId="{CE03E1C6-2D51-4ED0-B122-F20503508803}" dt="2025-12-16T10:50:46.721" v="417" actId="208"/>
          <ac:spMkLst>
            <pc:docMk/>
            <pc:sldMk cId="861659189" sldId="258"/>
            <ac:spMk id="57" creationId="{6722105A-A4D6-C67D-6E86-1A8CE83561C0}"/>
          </ac:spMkLst>
        </pc:spChg>
        <pc:spChg chg="add mod">
          <ac:chgData name="Sandra Klemet-N'guessan" userId="0d19dd2d-6e00-409e-9933-e191f280205d" providerId="ADAL" clId="{CE03E1C6-2D51-4ED0-B122-F20503508803}" dt="2025-12-16T10:50:44.722" v="416" actId="208"/>
          <ac:spMkLst>
            <pc:docMk/>
            <pc:sldMk cId="861659189" sldId="258"/>
            <ac:spMk id="58" creationId="{43B3B498-20DD-68A2-00BE-D80F8D114296}"/>
          </ac:spMkLst>
        </pc:spChg>
        <pc:spChg chg="add mod">
          <ac:chgData name="Sandra Klemet-N'guessan" userId="0d19dd2d-6e00-409e-9933-e191f280205d" providerId="ADAL" clId="{CE03E1C6-2D51-4ED0-B122-F20503508803}" dt="2025-12-16T10:50:48.356" v="418" actId="208"/>
          <ac:spMkLst>
            <pc:docMk/>
            <pc:sldMk cId="861659189" sldId="258"/>
            <ac:spMk id="59" creationId="{E6E7798F-1E9A-2322-13CE-A7EA1F64F423}"/>
          </ac:spMkLst>
        </pc:spChg>
        <pc:spChg chg="add mod">
          <ac:chgData name="Sandra Klemet-N'guessan" userId="0d19dd2d-6e00-409e-9933-e191f280205d" providerId="ADAL" clId="{CE03E1C6-2D51-4ED0-B122-F20503508803}" dt="2025-12-16T10:30:03.707" v="279" actId="20577"/>
          <ac:spMkLst>
            <pc:docMk/>
            <pc:sldMk cId="861659189" sldId="258"/>
            <ac:spMk id="72" creationId="{3009B1C6-B337-CE5F-C3CF-AB87D0BB4D3F}"/>
          </ac:spMkLst>
        </pc:spChg>
        <pc:spChg chg="add">
          <ac:chgData name="Sandra Klemet-N'guessan" userId="0d19dd2d-6e00-409e-9933-e191f280205d" providerId="ADAL" clId="{CE03E1C6-2D51-4ED0-B122-F20503508803}" dt="2025-12-16T10:46:29.570" v="376"/>
          <ac:spMkLst>
            <pc:docMk/>
            <pc:sldMk cId="861659189" sldId="258"/>
            <ac:spMk id="97" creationId="{756689F5-8503-E925-131B-FE126CFE3528}"/>
          </ac:spMkLst>
        </pc:spChg>
        <pc:spChg chg="add">
          <ac:chgData name="Sandra Klemet-N'guessan" userId="0d19dd2d-6e00-409e-9933-e191f280205d" providerId="ADAL" clId="{CE03E1C6-2D51-4ED0-B122-F20503508803}" dt="2025-12-16T10:47:47.204" v="393"/>
          <ac:spMkLst>
            <pc:docMk/>
            <pc:sldMk cId="861659189" sldId="258"/>
            <ac:spMk id="99" creationId="{31F844C1-FF9A-4D7C-2E06-CBBAAEAC4944}"/>
          </ac:spMkLst>
        </pc:spChg>
        <pc:spChg chg="add mod">
          <ac:chgData name="Sandra Klemet-N'guessan" userId="0d19dd2d-6e00-409e-9933-e191f280205d" providerId="ADAL" clId="{CE03E1C6-2D51-4ED0-B122-F20503508803}" dt="2025-12-16T10:47:51.545" v="396"/>
          <ac:spMkLst>
            <pc:docMk/>
            <pc:sldMk cId="861659189" sldId="258"/>
            <ac:spMk id="100" creationId="{7B372C61-0954-C374-1434-7DEF3811151A}"/>
          </ac:spMkLst>
        </pc:spChg>
        <pc:picChg chg="add del mod">
          <ac:chgData name="Sandra Klemet-N'guessan" userId="0d19dd2d-6e00-409e-9933-e191f280205d" providerId="ADAL" clId="{CE03E1C6-2D51-4ED0-B122-F20503508803}" dt="2025-12-16T10:40:27.094" v="366" actId="478"/>
          <ac:picMkLst>
            <pc:docMk/>
            <pc:sldMk cId="861659189" sldId="258"/>
            <ac:picMk id="96" creationId="{A8C9E4FC-B301-3372-28C8-01C6B9B189D5}"/>
          </ac:picMkLst>
        </pc:picChg>
        <pc:picChg chg="add del mod">
          <ac:chgData name="Sandra Klemet-N'guessan" userId="0d19dd2d-6e00-409e-9933-e191f280205d" providerId="ADAL" clId="{CE03E1C6-2D51-4ED0-B122-F20503508803}" dt="2025-12-16T10:46:46.558" v="380" actId="478"/>
          <ac:picMkLst>
            <pc:docMk/>
            <pc:sldMk cId="861659189" sldId="258"/>
            <ac:picMk id="98" creationId="{81F1DEF0-F035-E1E6-570A-2B668868F3DC}"/>
          </ac:picMkLst>
        </pc:picChg>
        <pc:picChg chg="add del mod">
          <ac:chgData name="Sandra Klemet-N'guessan" userId="0d19dd2d-6e00-409e-9933-e191f280205d" providerId="ADAL" clId="{CE03E1C6-2D51-4ED0-B122-F20503508803}" dt="2025-12-16T10:48:09.478" v="402" actId="478"/>
          <ac:picMkLst>
            <pc:docMk/>
            <pc:sldMk cId="861659189" sldId="258"/>
            <ac:picMk id="101" creationId="{20B7EBC4-01E5-8D9A-4FD1-F538F83533E2}"/>
          </ac:picMkLst>
        </pc:picChg>
        <pc:cxnChg chg="mod">
          <ac:chgData name="Sandra Klemet-N'guessan" userId="0d19dd2d-6e00-409e-9933-e191f280205d" providerId="ADAL" clId="{CE03E1C6-2D51-4ED0-B122-F20503508803}" dt="2025-12-16T10:51:00.764" v="422" actId="208"/>
          <ac:cxnSpMkLst>
            <pc:docMk/>
            <pc:sldMk cId="861659189" sldId="258"/>
            <ac:cxnSpMk id="5" creationId="{EB0BFD4E-403F-F961-2E74-37693228D8AE}"/>
          </ac:cxnSpMkLst>
        </pc:cxnChg>
        <pc:cxnChg chg="mod">
          <ac:chgData name="Sandra Klemet-N'guessan" userId="0d19dd2d-6e00-409e-9933-e191f280205d" providerId="ADAL" clId="{CE03E1C6-2D51-4ED0-B122-F20503508803}" dt="2025-12-16T10:50:52.359" v="420" actId="208"/>
          <ac:cxnSpMkLst>
            <pc:docMk/>
            <pc:sldMk cId="861659189" sldId="258"/>
            <ac:cxnSpMk id="8" creationId="{067D76DE-CEE1-C8A8-7FC5-AAC484AECC83}"/>
          </ac:cxnSpMkLst>
        </pc:cxnChg>
        <pc:cxnChg chg="mod">
          <ac:chgData name="Sandra Klemet-N'guessan" userId="0d19dd2d-6e00-409e-9933-e191f280205d" providerId="ADAL" clId="{CE03E1C6-2D51-4ED0-B122-F20503508803}" dt="2025-12-16T10:50:50.345" v="419" actId="208"/>
          <ac:cxnSpMkLst>
            <pc:docMk/>
            <pc:sldMk cId="861659189" sldId="258"/>
            <ac:cxnSpMk id="14" creationId="{0BED4DC9-3CF1-8A46-09CE-435BB45ED78C}"/>
          </ac:cxnSpMkLst>
        </pc:cxnChg>
        <pc:cxnChg chg="mod">
          <ac:chgData name="Sandra Klemet-N'guessan" userId="0d19dd2d-6e00-409e-9933-e191f280205d" providerId="ADAL" clId="{CE03E1C6-2D51-4ED0-B122-F20503508803}" dt="2025-12-16T10:51:50.391" v="428" actId="1076"/>
          <ac:cxnSpMkLst>
            <pc:docMk/>
            <pc:sldMk cId="861659189" sldId="258"/>
            <ac:cxnSpMk id="22" creationId="{13C0CC88-FF36-2D6D-716E-2ED6164AE95E}"/>
          </ac:cxnSpMkLst>
        </pc:cxnChg>
        <pc:cxnChg chg="mod">
          <ac:chgData name="Sandra Klemet-N'guessan" userId="0d19dd2d-6e00-409e-9933-e191f280205d" providerId="ADAL" clId="{CE03E1C6-2D51-4ED0-B122-F20503508803}" dt="2025-12-16T10:50:58.392" v="421" actId="208"/>
          <ac:cxnSpMkLst>
            <pc:docMk/>
            <pc:sldMk cId="861659189" sldId="258"/>
            <ac:cxnSpMk id="27" creationId="{DDA6C313-22D1-B4CC-1B93-5F587E7E271C}"/>
          </ac:cxnSpMkLst>
        </pc:cxnChg>
        <pc:cxnChg chg="mod">
          <ac:chgData name="Sandra Klemet-N'guessan" userId="0d19dd2d-6e00-409e-9933-e191f280205d" providerId="ADAL" clId="{CE03E1C6-2D51-4ED0-B122-F20503508803}" dt="2025-12-16T10:51:02.728" v="423" actId="208"/>
          <ac:cxnSpMkLst>
            <pc:docMk/>
            <pc:sldMk cId="861659189" sldId="258"/>
            <ac:cxnSpMk id="33" creationId="{1B6EB629-3045-F4D0-50A7-897E62791C8F}"/>
          </ac:cxnSpMkLst>
        </pc:cxnChg>
        <pc:cxnChg chg="mod">
          <ac:chgData name="Sandra Klemet-N'guessan" userId="0d19dd2d-6e00-409e-9933-e191f280205d" providerId="ADAL" clId="{CE03E1C6-2D51-4ED0-B122-F20503508803}" dt="2025-12-16T10:52:19.571" v="433" actId="14100"/>
          <ac:cxnSpMkLst>
            <pc:docMk/>
            <pc:sldMk cId="861659189" sldId="258"/>
            <ac:cxnSpMk id="38" creationId="{97497D67-1353-5C22-4C08-3EE30A4B10F7}"/>
          </ac:cxnSpMkLst>
        </pc:cxnChg>
        <pc:cxnChg chg="mod">
          <ac:chgData name="Sandra Klemet-N'guessan" userId="0d19dd2d-6e00-409e-9933-e191f280205d" providerId="ADAL" clId="{CE03E1C6-2D51-4ED0-B122-F20503508803}" dt="2025-12-16T10:51:11.501" v="425" actId="208"/>
          <ac:cxnSpMkLst>
            <pc:docMk/>
            <pc:sldMk cId="861659189" sldId="258"/>
            <ac:cxnSpMk id="41" creationId="{D59D5E27-2C96-1C95-6854-9F7F7F989C3F}"/>
          </ac:cxnSpMkLst>
        </pc:cxnChg>
        <pc:cxnChg chg="mod">
          <ac:chgData name="Sandra Klemet-N'guessan" userId="0d19dd2d-6e00-409e-9933-e191f280205d" providerId="ADAL" clId="{CE03E1C6-2D51-4ED0-B122-F20503508803}" dt="2025-12-16T10:52:29.387" v="434" actId="14100"/>
          <ac:cxnSpMkLst>
            <pc:docMk/>
            <pc:sldMk cId="861659189" sldId="258"/>
            <ac:cxnSpMk id="46" creationId="{BA7B418D-AB4B-F752-7E3F-E287490ABFE9}"/>
          </ac:cxnSpMkLst>
        </pc:cxnChg>
        <pc:cxnChg chg="mod">
          <ac:chgData name="Sandra Klemet-N'guessan" userId="0d19dd2d-6e00-409e-9933-e191f280205d" providerId="ADAL" clId="{CE03E1C6-2D51-4ED0-B122-F20503508803}" dt="2025-12-16T10:52:16.481" v="432" actId="14100"/>
          <ac:cxnSpMkLst>
            <pc:docMk/>
            <pc:sldMk cId="861659189" sldId="258"/>
            <ac:cxnSpMk id="48" creationId="{8B19A7AB-3EE6-7908-1967-62949B70D293}"/>
          </ac:cxnSpMkLst>
        </pc:cxnChg>
        <pc:extLst>
          <p:ext xmlns:p="http://schemas.openxmlformats.org/presentationml/2006/main" uri="{D6D511B9-2390-475A-947B-AFAB55BFBCF1}">
            <pc226:cmChg xmlns:pc226="http://schemas.microsoft.com/office/powerpoint/2022/06/main/command" chg="mod">
              <pc226:chgData name="Sandra Klemet-N'guessan" userId="0d19dd2d-6e00-409e-9933-e191f280205d" providerId="ADAL" clId="{CE03E1C6-2D51-4ED0-B122-F20503508803}" dt="2025-12-16T10:23:18.420" v="218" actId="20577"/>
              <pc2:cmMkLst xmlns:pc2="http://schemas.microsoft.com/office/powerpoint/2019/9/main/command">
                <pc:docMk/>
                <pc:sldMk cId="861659189" sldId="258"/>
                <pc2:cmMk id="{39EA9851-B82F-439A-9494-B3917ACEA77F}"/>
              </pc2:cmMkLst>
            </pc226:cmChg>
          </p:ext>
        </pc:extLst>
      </pc:sldChg>
      <pc:sldChg chg="addSp delSp modSp new del mod">
        <pc:chgData name="Sandra Klemet-N'guessan" userId="0d19dd2d-6e00-409e-9933-e191f280205d" providerId="ADAL" clId="{CE03E1C6-2D51-4ED0-B122-F20503508803}" dt="2025-12-16T10:52:46.466" v="436" actId="47"/>
        <pc:sldMkLst>
          <pc:docMk/>
          <pc:sldMk cId="3568673982" sldId="259"/>
        </pc:sldMkLst>
        <pc:picChg chg="add del mod">
          <ac:chgData name="Sandra Klemet-N'guessan" userId="0d19dd2d-6e00-409e-9933-e191f280205d" providerId="ADAL" clId="{CE03E1C6-2D51-4ED0-B122-F20503508803}" dt="2025-12-16T10:39:52.600" v="361" actId="478"/>
          <ac:picMkLst>
            <pc:docMk/>
            <pc:sldMk cId="3568673982" sldId="259"/>
            <ac:picMk id="3" creationId="{9F11D48E-255E-1D3B-4F6C-4FEA0D7A70E3}"/>
          </ac:picMkLst>
        </pc:picChg>
      </pc:sldChg>
      <pc:sldChg chg="addSp delSp modSp add mod modAnim modNotesTx">
        <pc:chgData name="Sandra Klemet-N'guessan" userId="0d19dd2d-6e00-409e-9933-e191f280205d" providerId="ADAL" clId="{CE03E1C6-2D51-4ED0-B122-F20503508803}" dt="2025-12-16T14:45:46.099" v="630" actId="1076"/>
        <pc:sldMkLst>
          <pc:docMk/>
          <pc:sldMk cId="2622637710" sldId="260"/>
        </pc:sldMkLst>
        <pc:spChg chg="mod">
          <ac:chgData name="Sandra Klemet-N'guessan" userId="0d19dd2d-6e00-409e-9933-e191f280205d" providerId="ADAL" clId="{CE03E1C6-2D51-4ED0-B122-F20503508803}" dt="2025-12-16T14:45:46.099" v="630" actId="1076"/>
          <ac:spMkLst>
            <pc:docMk/>
            <pc:sldMk cId="2622637710" sldId="260"/>
            <ac:spMk id="3" creationId="{0656ED09-B86F-DC05-950C-C108AA23434C}"/>
          </ac:spMkLst>
        </pc:spChg>
        <pc:spChg chg="mod">
          <ac:chgData name="Sandra Klemet-N'guessan" userId="0d19dd2d-6e00-409e-9933-e191f280205d" providerId="ADAL" clId="{CE03E1C6-2D51-4ED0-B122-F20503508803}" dt="2025-12-16T14:25:28.234" v="590" actId="20577"/>
          <ac:spMkLst>
            <pc:docMk/>
            <pc:sldMk cId="2622637710" sldId="260"/>
            <ac:spMk id="4" creationId="{7FD27F93-AFDF-8121-F11A-A3CA749CAB89}"/>
          </ac:spMkLst>
        </pc:spChg>
        <pc:spChg chg="mod">
          <ac:chgData name="Sandra Klemet-N'guessan" userId="0d19dd2d-6e00-409e-9933-e191f280205d" providerId="ADAL" clId="{CE03E1C6-2D51-4ED0-B122-F20503508803}" dt="2025-12-16T14:45:06.781" v="624" actId="1076"/>
          <ac:spMkLst>
            <pc:docMk/>
            <pc:sldMk cId="2622637710" sldId="260"/>
            <ac:spMk id="10" creationId="{27AA275E-7548-40EC-F343-BB463A922952}"/>
          </ac:spMkLst>
        </pc:spChg>
        <pc:spChg chg="del">
          <ac:chgData name="Sandra Klemet-N'guessan" userId="0d19dd2d-6e00-409e-9933-e191f280205d" providerId="ADAL" clId="{CE03E1C6-2D51-4ED0-B122-F20503508803}" dt="2025-12-16T10:52:50.586" v="437" actId="478"/>
          <ac:spMkLst>
            <pc:docMk/>
            <pc:sldMk cId="2622637710" sldId="260"/>
            <ac:spMk id="11" creationId="{7C4D5488-7919-E0C0-C89B-865C8ABBD282}"/>
          </ac:spMkLst>
        </pc:spChg>
        <pc:spChg chg="mod">
          <ac:chgData name="Sandra Klemet-N'guessan" userId="0d19dd2d-6e00-409e-9933-e191f280205d" providerId="ADAL" clId="{CE03E1C6-2D51-4ED0-B122-F20503508803}" dt="2025-12-16T14:43:07.932" v="602" actId="1076"/>
          <ac:spMkLst>
            <pc:docMk/>
            <pc:sldMk cId="2622637710" sldId="260"/>
            <ac:spMk id="12" creationId="{D59E2F3D-5711-D809-DE65-FC25B6935C2F}"/>
          </ac:spMkLst>
        </pc:spChg>
        <pc:spChg chg="del">
          <ac:chgData name="Sandra Klemet-N'guessan" userId="0d19dd2d-6e00-409e-9933-e191f280205d" providerId="ADAL" clId="{CE03E1C6-2D51-4ED0-B122-F20503508803}" dt="2025-12-16T10:52:53.301" v="438" actId="478"/>
          <ac:spMkLst>
            <pc:docMk/>
            <pc:sldMk cId="2622637710" sldId="260"/>
            <ac:spMk id="13" creationId="{ADF2B792-481D-2C7E-DCDC-4616A4AE7E0D}"/>
          </ac:spMkLst>
        </pc:spChg>
        <pc:spChg chg="mod">
          <ac:chgData name="Sandra Klemet-N'guessan" userId="0d19dd2d-6e00-409e-9933-e191f280205d" providerId="ADAL" clId="{CE03E1C6-2D51-4ED0-B122-F20503508803}" dt="2025-12-16T14:43:07.932" v="602" actId="1076"/>
          <ac:spMkLst>
            <pc:docMk/>
            <pc:sldMk cId="2622637710" sldId="260"/>
            <ac:spMk id="15" creationId="{0381E21F-53D1-10BD-D2B8-3BE68D95D66B}"/>
          </ac:spMkLst>
        </pc:spChg>
        <pc:spChg chg="mod">
          <ac:chgData name="Sandra Klemet-N'guessan" userId="0d19dd2d-6e00-409e-9933-e191f280205d" providerId="ADAL" clId="{CE03E1C6-2D51-4ED0-B122-F20503508803}" dt="2025-12-16T14:43:07.932" v="602" actId="1076"/>
          <ac:spMkLst>
            <pc:docMk/>
            <pc:sldMk cId="2622637710" sldId="260"/>
            <ac:spMk id="17" creationId="{2FB81E07-14E9-20B4-154B-F46295F630BB}"/>
          </ac:spMkLst>
        </pc:spChg>
        <pc:spChg chg="mod">
          <ac:chgData name="Sandra Klemet-N'guessan" userId="0d19dd2d-6e00-409e-9933-e191f280205d" providerId="ADAL" clId="{CE03E1C6-2D51-4ED0-B122-F20503508803}" dt="2025-12-16T14:43:42.494" v="609" actId="1076"/>
          <ac:spMkLst>
            <pc:docMk/>
            <pc:sldMk cId="2622637710" sldId="260"/>
            <ac:spMk id="19" creationId="{3D65ABC0-C8ED-7ECA-20E0-A78395953AB8}"/>
          </ac:spMkLst>
        </pc:spChg>
        <pc:spChg chg="mod">
          <ac:chgData name="Sandra Klemet-N'guessan" userId="0d19dd2d-6e00-409e-9933-e191f280205d" providerId="ADAL" clId="{CE03E1C6-2D51-4ED0-B122-F20503508803}" dt="2025-12-16T11:45:36.854" v="518" actId="1076"/>
          <ac:spMkLst>
            <pc:docMk/>
            <pc:sldMk cId="2622637710" sldId="260"/>
            <ac:spMk id="20" creationId="{E711F827-4D5A-8BA1-A133-8D3A408BF615}"/>
          </ac:spMkLst>
        </pc:spChg>
        <pc:spChg chg="mod">
          <ac:chgData name="Sandra Klemet-N'guessan" userId="0d19dd2d-6e00-409e-9933-e191f280205d" providerId="ADAL" clId="{CE03E1C6-2D51-4ED0-B122-F20503508803}" dt="2025-12-16T14:45:34.926" v="629" actId="1076"/>
          <ac:spMkLst>
            <pc:docMk/>
            <pc:sldMk cId="2622637710" sldId="260"/>
            <ac:spMk id="28" creationId="{17167F32-47E6-B94B-B203-ABC36FF648EB}"/>
          </ac:spMkLst>
        </pc:spChg>
        <pc:spChg chg="mod">
          <ac:chgData name="Sandra Klemet-N'guessan" userId="0d19dd2d-6e00-409e-9933-e191f280205d" providerId="ADAL" clId="{CE03E1C6-2D51-4ED0-B122-F20503508803}" dt="2025-12-16T13:59:05.873" v="581" actId="20577"/>
          <ac:spMkLst>
            <pc:docMk/>
            <pc:sldMk cId="2622637710" sldId="260"/>
            <ac:spMk id="37" creationId="{BE38B3E5-43E2-1E93-B954-B7D5AC762FDA}"/>
          </ac:spMkLst>
        </pc:spChg>
        <pc:spChg chg="mod">
          <ac:chgData name="Sandra Klemet-N'guessan" userId="0d19dd2d-6e00-409e-9933-e191f280205d" providerId="ADAL" clId="{CE03E1C6-2D51-4ED0-B122-F20503508803}" dt="2025-12-16T14:45:29.362" v="628" actId="1076"/>
          <ac:spMkLst>
            <pc:docMk/>
            <pc:sldMk cId="2622637710" sldId="260"/>
            <ac:spMk id="42" creationId="{723AAFD8-00BE-0450-3E1A-B7445101743E}"/>
          </ac:spMkLst>
        </pc:spChg>
        <pc:spChg chg="mod">
          <ac:chgData name="Sandra Klemet-N'guessan" userId="0d19dd2d-6e00-409e-9933-e191f280205d" providerId="ADAL" clId="{CE03E1C6-2D51-4ED0-B122-F20503508803}" dt="2025-12-16T11:42:31.531" v="506" actId="1076"/>
          <ac:spMkLst>
            <pc:docMk/>
            <pc:sldMk cId="2622637710" sldId="260"/>
            <ac:spMk id="52" creationId="{A6237B62-7BD1-DB05-6A43-5FF7499E1E30}"/>
          </ac:spMkLst>
        </pc:spChg>
        <pc:spChg chg="mod">
          <ac:chgData name="Sandra Klemet-N'guessan" userId="0d19dd2d-6e00-409e-9933-e191f280205d" providerId="ADAL" clId="{CE03E1C6-2D51-4ED0-B122-F20503508803}" dt="2025-12-16T10:58:56.232" v="463" actId="14100"/>
          <ac:spMkLst>
            <pc:docMk/>
            <pc:sldMk cId="2622637710" sldId="260"/>
            <ac:spMk id="57" creationId="{3886C323-F51F-9103-E106-C49D36702E3A}"/>
          </ac:spMkLst>
        </pc:spChg>
        <pc:spChg chg="mod">
          <ac:chgData name="Sandra Klemet-N'guessan" userId="0d19dd2d-6e00-409e-9933-e191f280205d" providerId="ADAL" clId="{CE03E1C6-2D51-4ED0-B122-F20503508803}" dt="2025-12-16T14:44:14.896" v="617" actId="1076"/>
          <ac:spMkLst>
            <pc:docMk/>
            <pc:sldMk cId="2622637710" sldId="260"/>
            <ac:spMk id="58" creationId="{779B0E9A-27F7-606F-7D64-6115756828BD}"/>
          </ac:spMkLst>
        </pc:spChg>
        <pc:spChg chg="mod">
          <ac:chgData name="Sandra Klemet-N'guessan" userId="0d19dd2d-6e00-409e-9933-e191f280205d" providerId="ADAL" clId="{CE03E1C6-2D51-4ED0-B122-F20503508803}" dt="2025-12-16T14:44:12.312" v="616" actId="1076"/>
          <ac:spMkLst>
            <pc:docMk/>
            <pc:sldMk cId="2622637710" sldId="260"/>
            <ac:spMk id="59" creationId="{D18D22CD-FC91-D836-38C7-FD8D7CDE13E6}"/>
          </ac:spMkLst>
        </pc:spChg>
        <pc:spChg chg="mod">
          <ac:chgData name="Sandra Klemet-N'guessan" userId="0d19dd2d-6e00-409e-9933-e191f280205d" providerId="ADAL" clId="{CE03E1C6-2D51-4ED0-B122-F20503508803}" dt="2025-12-16T14:41:58.269" v="591" actId="1076"/>
          <ac:spMkLst>
            <pc:docMk/>
            <pc:sldMk cId="2622637710" sldId="260"/>
            <ac:spMk id="72" creationId="{B03A24B0-2875-9804-50EB-5FCC702FF57D}"/>
          </ac:spMkLst>
        </pc:spChg>
        <pc:spChg chg="mod">
          <ac:chgData name="Sandra Klemet-N'guessan" userId="0d19dd2d-6e00-409e-9933-e191f280205d" providerId="ADAL" clId="{CE03E1C6-2D51-4ED0-B122-F20503508803}" dt="2025-12-16T14:43:07.932" v="602" actId="1076"/>
          <ac:spMkLst>
            <pc:docMk/>
            <pc:sldMk cId="2622637710" sldId="260"/>
            <ac:spMk id="99" creationId="{F7D9C9AC-A548-0B6B-E12C-9B9FA5D924C0}"/>
          </ac:spMkLst>
        </pc:spChg>
        <pc:picChg chg="add del mod">
          <ac:chgData name="Sandra Klemet-N'guessan" userId="0d19dd2d-6e00-409e-9933-e191f280205d" providerId="ADAL" clId="{CE03E1C6-2D51-4ED0-B122-F20503508803}" dt="2025-12-16T14:43:07.932" v="602" actId="1076"/>
          <ac:picMkLst>
            <pc:docMk/>
            <pc:sldMk cId="2622637710" sldId="260"/>
            <ac:picMk id="6" creationId="{955C1C61-7C36-4A66-F8E0-64B5826339AA}"/>
          </ac:picMkLst>
        </pc:picChg>
        <pc:picChg chg="add del mod">
          <ac:chgData name="Sandra Klemet-N'guessan" userId="0d19dd2d-6e00-409e-9933-e191f280205d" providerId="ADAL" clId="{CE03E1C6-2D51-4ED0-B122-F20503508803}" dt="2025-12-16T10:58:22.722" v="457" actId="478"/>
          <ac:picMkLst>
            <pc:docMk/>
            <pc:sldMk cId="2622637710" sldId="260"/>
            <ac:picMk id="7" creationId="{AC83CE6B-0EFE-5C5C-8FDB-C8FE8121A951}"/>
          </ac:picMkLst>
        </pc:picChg>
        <pc:picChg chg="add del mod">
          <ac:chgData name="Sandra Klemet-N'guessan" userId="0d19dd2d-6e00-409e-9933-e191f280205d" providerId="ADAL" clId="{CE03E1C6-2D51-4ED0-B122-F20503508803}" dt="2025-12-16T10:55:07.364" v="453" actId="478"/>
          <ac:picMkLst>
            <pc:docMk/>
            <pc:sldMk cId="2622637710" sldId="260"/>
            <ac:picMk id="9" creationId="{079E5150-3AAE-25FB-F1FD-AFA54CB449A7}"/>
          </ac:picMkLst>
        </pc:picChg>
        <pc:picChg chg="add del mod">
          <ac:chgData name="Sandra Klemet-N'guessan" userId="0d19dd2d-6e00-409e-9933-e191f280205d" providerId="ADAL" clId="{CE03E1C6-2D51-4ED0-B122-F20503508803}" dt="2025-12-16T11:49:44.602" v="539" actId="478"/>
          <ac:picMkLst>
            <pc:docMk/>
            <pc:sldMk cId="2622637710" sldId="260"/>
            <ac:picMk id="18" creationId="{DB060DAC-1B59-F704-962E-22F093CB0850}"/>
          </ac:picMkLst>
        </pc:picChg>
        <pc:picChg chg="add del mod">
          <ac:chgData name="Sandra Klemet-N'guessan" userId="0d19dd2d-6e00-409e-9933-e191f280205d" providerId="ADAL" clId="{CE03E1C6-2D51-4ED0-B122-F20503508803}" dt="2025-12-16T11:49:42.292" v="538" actId="478"/>
          <ac:picMkLst>
            <pc:docMk/>
            <pc:sldMk cId="2622637710" sldId="260"/>
            <ac:picMk id="2050" creationId="{7E6EFFF4-F672-3CF3-844D-5BD3BE4D50E6}"/>
          </ac:picMkLst>
        </pc:picChg>
        <pc:picChg chg="add mod">
          <ac:chgData name="Sandra Klemet-N'guessan" userId="0d19dd2d-6e00-409e-9933-e191f280205d" providerId="ADAL" clId="{CE03E1C6-2D51-4ED0-B122-F20503508803}" dt="2025-12-16T11:04:10.389" v="476" actId="14100"/>
          <ac:picMkLst>
            <pc:docMk/>
            <pc:sldMk cId="2622637710" sldId="260"/>
            <ac:picMk id="2052" creationId="{6EF1D489-78AD-55AF-97C7-5EDE7BCDACF9}"/>
          </ac:picMkLst>
        </pc:picChg>
        <pc:picChg chg="add del mod">
          <ac:chgData name="Sandra Klemet-N'guessan" userId="0d19dd2d-6e00-409e-9933-e191f280205d" providerId="ADAL" clId="{CE03E1C6-2D51-4ED0-B122-F20503508803}" dt="2025-12-16T11:50:56.209" v="553" actId="478"/>
          <ac:picMkLst>
            <pc:docMk/>
            <pc:sldMk cId="2622637710" sldId="260"/>
            <ac:picMk id="2054" creationId="{B730CD07-E5A0-1355-984E-67CB94042B1B}"/>
          </ac:picMkLst>
        </pc:picChg>
        <pc:picChg chg="add mod">
          <ac:chgData name="Sandra Klemet-N'guessan" userId="0d19dd2d-6e00-409e-9933-e191f280205d" providerId="ADAL" clId="{CE03E1C6-2D51-4ED0-B122-F20503508803}" dt="2025-12-16T11:51:08.530" v="558" actId="1076"/>
          <ac:picMkLst>
            <pc:docMk/>
            <pc:sldMk cId="2622637710" sldId="260"/>
            <ac:picMk id="2056" creationId="{B424337B-4D80-9B16-AE32-627D9AD86C5F}"/>
          </ac:picMkLst>
        </pc:picChg>
        <pc:cxnChg chg="mod">
          <ac:chgData name="Sandra Klemet-N'guessan" userId="0d19dd2d-6e00-409e-9933-e191f280205d" providerId="ADAL" clId="{CE03E1C6-2D51-4ED0-B122-F20503508803}" dt="2025-12-16T13:59:15.577" v="583" actId="14100"/>
          <ac:cxnSpMkLst>
            <pc:docMk/>
            <pc:sldMk cId="2622637710" sldId="260"/>
            <ac:cxnSpMk id="5" creationId="{1F1CE52C-9D32-9A09-E063-C79AC794A08C}"/>
          </ac:cxnSpMkLst>
        </pc:cxnChg>
        <pc:cxnChg chg="mod">
          <ac:chgData name="Sandra Klemet-N'guessan" userId="0d19dd2d-6e00-409e-9933-e191f280205d" providerId="ADAL" clId="{CE03E1C6-2D51-4ED0-B122-F20503508803}" dt="2025-12-16T14:44:45.413" v="622" actId="1076"/>
          <ac:cxnSpMkLst>
            <pc:docMk/>
            <pc:sldMk cId="2622637710" sldId="260"/>
            <ac:cxnSpMk id="8" creationId="{5E483ACC-3D60-C12B-6EF3-40041E64CB44}"/>
          </ac:cxnSpMkLst>
        </pc:cxnChg>
        <pc:cxnChg chg="mod">
          <ac:chgData name="Sandra Klemet-N'guessan" userId="0d19dd2d-6e00-409e-9933-e191f280205d" providerId="ADAL" clId="{CE03E1C6-2D51-4ED0-B122-F20503508803}" dt="2025-12-16T14:44:54.540" v="623" actId="1076"/>
          <ac:cxnSpMkLst>
            <pc:docMk/>
            <pc:sldMk cId="2622637710" sldId="260"/>
            <ac:cxnSpMk id="14" creationId="{FCA09A86-1F1D-AA79-3740-E54DCFD4C5CC}"/>
          </ac:cxnSpMkLst>
        </pc:cxnChg>
        <pc:cxnChg chg="mod">
          <ac:chgData name="Sandra Klemet-N'guessan" userId="0d19dd2d-6e00-409e-9933-e191f280205d" providerId="ADAL" clId="{CE03E1C6-2D51-4ED0-B122-F20503508803}" dt="2025-12-16T14:45:16.962" v="626" actId="1076"/>
          <ac:cxnSpMkLst>
            <pc:docMk/>
            <pc:sldMk cId="2622637710" sldId="260"/>
            <ac:cxnSpMk id="27" creationId="{DEBC4BB2-7BA5-AE19-1C0E-FC4D3D446D34}"/>
          </ac:cxnSpMkLst>
        </pc:cxnChg>
        <pc:cxnChg chg="mod">
          <ac:chgData name="Sandra Klemet-N'guessan" userId="0d19dd2d-6e00-409e-9933-e191f280205d" providerId="ADAL" clId="{CE03E1C6-2D51-4ED0-B122-F20503508803}" dt="2025-12-16T11:36:20.161" v="486" actId="14100"/>
          <ac:cxnSpMkLst>
            <pc:docMk/>
            <pc:sldMk cId="2622637710" sldId="260"/>
            <ac:cxnSpMk id="33" creationId="{C9005185-9AB4-7B78-9B46-B71050A91773}"/>
          </ac:cxnSpMkLst>
        </pc:cxnChg>
        <pc:cxnChg chg="mod">
          <ac:chgData name="Sandra Klemet-N'guessan" userId="0d19dd2d-6e00-409e-9933-e191f280205d" providerId="ADAL" clId="{CE03E1C6-2D51-4ED0-B122-F20503508803}" dt="2025-12-16T14:44:21.234" v="619" actId="14100"/>
          <ac:cxnSpMkLst>
            <pc:docMk/>
            <pc:sldMk cId="2622637710" sldId="260"/>
            <ac:cxnSpMk id="38" creationId="{28BDF8BA-48BA-6762-2FD8-DC0C38436866}"/>
          </ac:cxnSpMkLst>
        </pc:cxnChg>
        <pc:cxnChg chg="mod">
          <ac:chgData name="Sandra Klemet-N'guessan" userId="0d19dd2d-6e00-409e-9933-e191f280205d" providerId="ADAL" clId="{CE03E1C6-2D51-4ED0-B122-F20503508803}" dt="2025-12-16T14:45:19.613" v="627" actId="1076"/>
          <ac:cxnSpMkLst>
            <pc:docMk/>
            <pc:sldMk cId="2622637710" sldId="260"/>
            <ac:cxnSpMk id="41" creationId="{AF2C2E4A-2E30-3A31-236F-E552111AB165}"/>
          </ac:cxnSpMkLst>
        </pc:cxnChg>
        <pc:cxnChg chg="mod">
          <ac:chgData name="Sandra Klemet-N'guessan" userId="0d19dd2d-6e00-409e-9933-e191f280205d" providerId="ADAL" clId="{CE03E1C6-2D51-4ED0-B122-F20503508803}" dt="2025-12-16T11:54:56.485" v="568" actId="14100"/>
          <ac:cxnSpMkLst>
            <pc:docMk/>
            <pc:sldMk cId="2622637710" sldId="260"/>
            <ac:cxnSpMk id="46" creationId="{DA0AF886-62C3-17A9-36C0-CEA79115EFE4}"/>
          </ac:cxnSpMkLst>
        </pc:cxnChg>
        <pc:cxnChg chg="mod">
          <ac:chgData name="Sandra Klemet-N'guessan" userId="0d19dd2d-6e00-409e-9933-e191f280205d" providerId="ADAL" clId="{CE03E1C6-2D51-4ED0-B122-F20503508803}" dt="2025-12-16T14:44:33.012" v="621" actId="1076"/>
          <ac:cxnSpMkLst>
            <pc:docMk/>
            <pc:sldMk cId="2622637710" sldId="260"/>
            <ac:cxnSpMk id="48" creationId="{FA904A84-1B72-ECE2-9D5D-9D0C69F978EA}"/>
          </ac:cxnSpMkLst>
        </pc:cxnChg>
      </pc:sldChg>
    </pc:docChg>
  </pc:docChgLst>
</pc:chgInfo>
</file>

<file path=ppt/comments/modernComment_102_335BE035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E3ACC545-49E3-4E11-BA41-8FECE263F76A}" authorId="{300BD291-8104-3863-A481-23F2CF4DA489}" created="2025-12-15T13:27:04.178">
    <ac:txMkLst xmlns:ac="http://schemas.microsoft.com/office/drawing/2013/main/command">
      <pc:docMk xmlns:pc="http://schemas.microsoft.com/office/powerpoint/2013/main/command"/>
      <pc:sldMk xmlns:pc="http://schemas.microsoft.com/office/powerpoint/2013/main/command" cId="861659189" sldId="258"/>
      <ac:spMk id="19" creationId="{77D5AE27-B84C-2864-B30D-4357A95CC969}"/>
      <ac:txMk cp="0" len="1">
        <ac:context len="35" hash="139112319"/>
      </ac:txMk>
    </ac:txMkLst>
    <p188:pos x="1225037" y="228142"/>
    <p188:replyLst>
      <p188:reply id="{73C5FB51-5CCB-403F-99C8-3DD0D210A63D}" authorId="{300BD291-8104-3863-A481-23F2CF4DA489}" created="2025-12-15T16:52:43.275">
        <p188:txBody>
          <a:bodyPr/>
          <a:lstStyle/>
          <a:p>
            <a:r>
              <a:rPr lang="en-CA"/>
              <a:t>Internal nutrient load: abiotic processes + bioturbation (remobilization of nutrients from sediments) and excreted/egested translocated</a:t>
            </a:r>
          </a:p>
        </p188:txBody>
      </p188:reply>
    </p188:replyLst>
    <p188:txBody>
      <a:bodyPr/>
      <a:lstStyle/>
      <a:p>
        <a:r>
          <a:rPr lang="en-CA"/>
          <a:t>Internal nutrient pools: sediments + biomass</a:t>
        </a:r>
      </a:p>
    </p188:txBody>
  </p188:cm>
  <p188:cm id="{39EA9851-B82F-439A-9494-B3917ACEA77F}" authorId="{300BD291-8104-3863-A481-23F2CF4DA489}" created="2025-12-15T16:59:31.927">
    <ac:txMkLst xmlns:ac="http://schemas.microsoft.com/office/drawing/2013/main/command">
      <pc:docMk xmlns:pc="http://schemas.microsoft.com/office/powerpoint/2013/main/command"/>
      <pc:sldMk xmlns:pc="http://schemas.microsoft.com/office/powerpoint/2013/main/command" cId="861659189" sldId="258"/>
      <ac:spMk id="3" creationId="{B5F3289C-90D8-354D-7392-F0DCC6D16809}"/>
      <ac:txMk cp="0" len="43">
        <ac:context len="44" hash="4155551532"/>
      </ac:txMk>
    </ac:txMkLst>
    <p188:pos x="2819817" y="273602"/>
    <p188:txBody>
      <a:bodyPr/>
      <a:lstStyle/>
      <a:p>
        <a:r>
          <a:rPr lang="en-CA"/>
          <a:t>Processes governing lake nutrient retention</a:t>
        </a:r>
      </a:p>
    </p188:txBody>
  </p188:cm>
  <p188:cm id="{CFD67AB6-F448-49F2-9073-04D9180E1036}" authorId="{300BD291-8104-3863-A481-23F2CF4DA489}" created="2025-12-15T17:04:07.982">
    <ac:deMkLst xmlns:ac="http://schemas.microsoft.com/office/drawing/2013/main/command">
      <pc:docMk xmlns:pc="http://schemas.microsoft.com/office/powerpoint/2013/main/command"/>
      <pc:sldMk xmlns:pc="http://schemas.microsoft.com/office/powerpoint/2013/main/command" cId="861659189" sldId="258"/>
      <ac:spMk id="10" creationId="{011FB80E-45E7-82EF-E95A-2D8696B6E968}"/>
    </ac:deMkLst>
    <p188:txBody>
      <a:bodyPr/>
      <a:lstStyle/>
      <a:p>
        <a:r>
          <a:rPr lang="en-CA"/>
          <a:t>Pool size + residence time</a:t>
        </a:r>
      </a:p>
    </p188:txBody>
  </p188:cm>
</p188:cmLst>
</file>

<file path=ppt/comments/modernComment_104_9C52468E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2FBBBF75-9A97-4475-9E6D-3AEC77932F4B}" authorId="{300BD291-8104-3863-A481-23F2CF4DA489}" created="2025-12-15T13:27:04.178">
    <ac:txMkLst xmlns:ac="http://schemas.microsoft.com/office/drawing/2013/main/command">
      <pc:docMk xmlns:pc="http://schemas.microsoft.com/office/powerpoint/2013/main/command"/>
      <pc:sldMk xmlns:pc="http://schemas.microsoft.com/office/powerpoint/2013/main/command" cId="2622637710" sldId="260"/>
      <ac:spMk id="19" creationId="{3D65ABC0-C8ED-7ECA-20E0-A78395953AB8}"/>
      <ac:txMk cp="0" len="1">
        <ac:context len="35" hash="139112319"/>
      </ac:txMk>
    </ac:txMkLst>
    <p188:pos x="1225037" y="228142"/>
    <p188:replyLst>
      <p188:reply id="{73C5FB51-5CCB-403F-99C8-3DD0D210A63D}" authorId="{300BD291-8104-3863-A481-23F2CF4DA489}" created="2025-12-15T16:52:43.275">
        <p188:txBody>
          <a:bodyPr/>
          <a:lstStyle/>
          <a:p>
            <a:r>
              <a:rPr lang="en-CA"/>
              <a:t>Internal nutrient load: abiotic processes + bioturbation (remobilization of nutrients from sediments) and excreted/egested translocated</a:t>
            </a:r>
          </a:p>
        </p188:txBody>
      </p188:reply>
    </p188:replyLst>
    <p188:txBody>
      <a:bodyPr/>
      <a:lstStyle/>
      <a:p>
        <a:r>
          <a:rPr lang="en-CA"/>
          <a:t>Internal nutrient pools: sediments + biomass</a:t>
        </a:r>
      </a:p>
    </p188:txBody>
  </p188:cm>
  <p188:cm id="{62FBBDC6-22C1-4BB4-B365-4DA619734571}" authorId="{300BD291-8104-3863-A481-23F2CF4DA489}" created="2025-12-15T16:59:31.927">
    <ac:txMkLst xmlns:ac="http://schemas.microsoft.com/office/drawing/2013/main/command">
      <pc:docMk xmlns:pc="http://schemas.microsoft.com/office/powerpoint/2013/main/command"/>
      <pc:sldMk xmlns:pc="http://schemas.microsoft.com/office/powerpoint/2013/main/command" cId="2622637710" sldId="260"/>
      <ac:spMk id="3" creationId="{0656ED09-B86F-DC05-950C-C108AA23434C}"/>
      <ac:txMk cp="0" len="43">
        <ac:context len="44" hash="4155551532"/>
      </ac:txMk>
    </ac:txMkLst>
    <p188:pos x="2819817" y="273602"/>
    <p188:txBody>
      <a:bodyPr/>
      <a:lstStyle/>
      <a:p>
        <a:r>
          <a:rPr lang="en-CA"/>
          <a:t>Processes governing lake nutrient retention</a:t>
        </a:r>
      </a:p>
    </p188:txBody>
  </p188:cm>
  <p188:cm id="{3A0B1BA3-F887-4386-B0A5-FF4D6088D584}" authorId="{300BD291-8104-3863-A481-23F2CF4DA489}" created="2025-12-15T17:04:07.982">
    <ac:deMkLst xmlns:ac="http://schemas.microsoft.com/office/drawing/2013/main/command">
      <pc:docMk xmlns:pc="http://schemas.microsoft.com/office/powerpoint/2013/main/command"/>
      <pc:sldMk xmlns:pc="http://schemas.microsoft.com/office/powerpoint/2013/main/command" cId="2622637710" sldId="260"/>
      <ac:spMk id="10" creationId="{27AA275E-7548-40EC-F343-BB463A922952}"/>
    </ac:deMkLst>
    <p188:txBody>
      <a:bodyPr/>
      <a:lstStyle/>
      <a:p>
        <a:r>
          <a:rPr lang="en-CA"/>
          <a:t>Pool size + residence time</a:t>
        </a:r>
      </a:p>
    </p188:txBody>
  </p188:cm>
</p188:cmLst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CA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45DB300-8F4B-45C4-B9E9-804130C34BE9}" type="datetimeFigureOut">
              <a:rPr lang="en-CA" smtClean="0"/>
              <a:t>2025-12-15</a:t>
            </a:fld>
            <a:endParaRPr lang="en-CA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CA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CA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F0A2B5-3D7E-4D4C-8F5F-A99178208DEC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73408114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CA" dirty="0"/>
              <a:t>Food web load term:  Nutrient load uptake – (nutrient ingestion by animal - (egestion + metabolism + nutrient storage (pool or sink) + excretion) =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BF0A2B5-3D7E-4D4C-8F5F-A99178208DEC}" type="slidenum">
              <a:rPr lang="en-CA" smtClean="0"/>
              <a:t>1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1017919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Bocaniov</a:t>
            </a:r>
            <a:r>
              <a:rPr lang="en-US" dirty="0"/>
              <a:t>, Li et al, Wu et al for magnitude of arrows</a:t>
            </a:r>
          </a:p>
          <a:p>
            <a:endParaRPr lang="en-US" dirty="0"/>
          </a:p>
          <a:p>
            <a:r>
              <a:rPr lang="en-US" dirty="0"/>
              <a:t>External loads alone do not determine nutrient availability to primary producers; animal-mediated internal fluxes redistribute nutrients between pools and partially offset losses, thereby sustaining primary production.</a:t>
            </a:r>
          </a:p>
          <a:p>
            <a:endParaRPr lang="en-US" dirty="0"/>
          </a:p>
          <a:p>
            <a:r>
              <a:rPr lang="en-US" dirty="0"/>
              <a:t>the </a:t>
            </a:r>
            <a:r>
              <a:rPr lang="en-US" i="1" dirty="0"/>
              <a:t>effective nutrient supply experienced by primary producers exceeds the external load</a:t>
            </a:r>
            <a:r>
              <a:rPr lang="en-US" dirty="0"/>
              <a:t> because internally recycled P supplements external inputs.</a:t>
            </a:r>
          </a:p>
          <a:p>
            <a:endParaRPr lang="en-CA" dirty="0"/>
          </a:p>
          <a:p>
            <a:r>
              <a:rPr lang="en-CA" dirty="0"/>
              <a:t>Increased recycling → higher primary production,</a:t>
            </a:r>
          </a:p>
          <a:p>
            <a:r>
              <a:rPr lang="en-CA" dirty="0"/>
              <a:t>Higher production → greater consumer biomass,</a:t>
            </a:r>
          </a:p>
          <a:p>
            <a:r>
              <a:rPr lang="en-CA" dirty="0"/>
              <a:t>Greater consumer biomass → higher absolute excretion rates,</a:t>
            </a:r>
          </a:p>
          <a:p>
            <a:r>
              <a:rPr lang="en-CA" dirty="0"/>
              <a:t>Which further elevates </a:t>
            </a:r>
            <a:r>
              <a:rPr lang="en-CA" b="1" dirty="0"/>
              <a:t>internal nutrient availability</a:t>
            </a:r>
          </a:p>
          <a:p>
            <a:endParaRPr lang="en-CA" b="1" dirty="0"/>
          </a:p>
          <a:p>
            <a:r>
              <a:rPr lang="en-US" dirty="0"/>
              <a:t>External loads set the </a:t>
            </a:r>
            <a:r>
              <a:rPr lang="en-US" i="1" dirty="0"/>
              <a:t>initial boundary condition</a:t>
            </a:r>
            <a:r>
              <a:rPr lang="en-US" dirty="0"/>
              <a:t>, but internal cycling determines how long and how intensively those nutrients remain biologically available before they are permanently buried, exported, or otherwise rendered unavailable.</a:t>
            </a:r>
          </a:p>
          <a:p>
            <a:r>
              <a:rPr lang="en-US" dirty="0"/>
              <a:t>Framing this as “re-investing a portion of the inputs” is appropriate: nutrients that are mineralized or excreted return to the bioavailable pool and can support additional rounds of primary production without any new external inputs.</a:t>
            </a:r>
            <a:endParaRPr lang="en-CA" b="1" dirty="0"/>
          </a:p>
          <a:p>
            <a:endParaRPr lang="en-CA" dirty="0"/>
          </a:p>
          <a:p>
            <a:r>
              <a:rPr lang="en-US" dirty="0"/>
              <a:t>Thus, even though only 1 percent of the original external load is being recycled at this particular step, its </a:t>
            </a:r>
            <a:r>
              <a:rPr lang="en-US" b="1" dirty="0"/>
              <a:t>functional importance is disproportionate</a:t>
            </a:r>
            <a:r>
              <a:rPr lang="en-US" dirty="0"/>
              <a:t>, because that same 100 MTA can support multiple production–consumption cycles over time.</a:t>
            </a:r>
            <a:endParaRPr lang="en-CA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BF0A2B5-3D7E-4D4C-8F5F-A99178208DEC}" type="slidenum">
              <a:rPr lang="en-CA" smtClean="0"/>
              <a:t>2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47354217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224A93-9361-EC00-A49B-06BD1FA7C3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E1D4B48-4E69-00EC-8B12-DCA7724A47F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88319F4-E787-BC35-BFB1-CCD93BD84BA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Bocaniov</a:t>
            </a:r>
            <a:r>
              <a:rPr lang="en-US" dirty="0"/>
              <a:t>, Li et al, Xu et al for magnitude of arrows</a:t>
            </a:r>
          </a:p>
          <a:p>
            <a:endParaRPr lang="en-US" dirty="0"/>
          </a:p>
          <a:p>
            <a:r>
              <a:rPr lang="en-US" dirty="0"/>
              <a:t>External loads alone do not determine nutrient availability to primary producers; animal-mediated internal fluxes redistribute nutrients between pools and partially offset losses, thereby sustaining primary production.</a:t>
            </a:r>
          </a:p>
          <a:p>
            <a:endParaRPr lang="en-US" dirty="0"/>
          </a:p>
          <a:p>
            <a:r>
              <a:rPr lang="en-US" dirty="0"/>
              <a:t>the </a:t>
            </a:r>
            <a:r>
              <a:rPr lang="en-US" i="1" dirty="0"/>
              <a:t>effective nutrient supply experienced by primary producers exceeds the external load</a:t>
            </a:r>
            <a:r>
              <a:rPr lang="en-US" dirty="0"/>
              <a:t> because internally recycled P supplements external inputs.</a:t>
            </a:r>
          </a:p>
          <a:p>
            <a:endParaRPr lang="en-CA" dirty="0"/>
          </a:p>
          <a:p>
            <a:r>
              <a:rPr lang="en-CA" dirty="0"/>
              <a:t>Increased recycling → higher primary production,</a:t>
            </a:r>
          </a:p>
          <a:p>
            <a:r>
              <a:rPr lang="en-CA" dirty="0"/>
              <a:t>Higher production → greater consumer biomass,</a:t>
            </a:r>
          </a:p>
          <a:p>
            <a:r>
              <a:rPr lang="en-CA" dirty="0"/>
              <a:t>Greater consumer biomass → higher absolute excretion rates,</a:t>
            </a:r>
          </a:p>
          <a:p>
            <a:r>
              <a:rPr lang="en-CA" dirty="0"/>
              <a:t>Which further elevates </a:t>
            </a:r>
            <a:r>
              <a:rPr lang="en-CA" b="1" dirty="0"/>
              <a:t>internal nutrient availability</a:t>
            </a:r>
          </a:p>
          <a:p>
            <a:endParaRPr lang="en-CA" b="1" dirty="0"/>
          </a:p>
          <a:p>
            <a:r>
              <a:rPr lang="en-US" dirty="0"/>
              <a:t>External loads set the </a:t>
            </a:r>
            <a:r>
              <a:rPr lang="en-US" i="1" dirty="0"/>
              <a:t>initial boundary condition</a:t>
            </a:r>
            <a:r>
              <a:rPr lang="en-US" dirty="0"/>
              <a:t>, but internal cycling determines how long and how intensively those nutrients remain biologically available before they are permanently buried, exported, or otherwise rendered unavailable.</a:t>
            </a:r>
          </a:p>
          <a:p>
            <a:r>
              <a:rPr lang="en-US" dirty="0"/>
              <a:t>Framing this as “re-investing a portion of the inputs” is appropriate: nutrients that are mineralized or excreted return to the bioavailable pool and can support additional rounds of primary production without any new external inputs.</a:t>
            </a:r>
            <a:endParaRPr lang="en-CA" b="1" dirty="0"/>
          </a:p>
          <a:p>
            <a:endParaRPr lang="en-CA" dirty="0"/>
          </a:p>
          <a:p>
            <a:r>
              <a:rPr lang="en-US" dirty="0"/>
              <a:t>Thus, even though only 1 percent of the original external load is being recycled at this particular step, its </a:t>
            </a:r>
            <a:r>
              <a:rPr lang="en-US" b="1" dirty="0"/>
              <a:t>functional importance is disproportionate</a:t>
            </a:r>
            <a:r>
              <a:rPr lang="en-US" dirty="0"/>
              <a:t>, because that same 100 MTA can support multiple production–consumption cycles over time.</a:t>
            </a:r>
            <a:endParaRPr lang="en-CA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D163795-2ECA-18E1-DE4F-4760BC04E65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BF0A2B5-3D7E-4D4C-8F5F-A99178208DEC}" type="slidenum">
              <a:rPr lang="en-CA" smtClean="0"/>
              <a:t>3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67326683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E9E3D5-636E-F77F-7656-6DF3DA4D3EF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3D27E4F-3A3A-A8F8-1DB6-861BA2B80FB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C9872D5-BCC7-4F8C-FE06-7EDA3F8B3D6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45F53F-C4AC-4A87-8144-5C7323FA25C7}" type="datetimeFigureOut">
              <a:rPr lang="en-CA" smtClean="0"/>
              <a:t>2025-12-14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C58D5C6-DD7F-6C69-D55C-98F65F5D74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C966476-DCD8-738D-F7EB-0FEAE80F8B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562F41-F3F9-45F4-8B38-CC7D1563EED1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61985980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6A8276-BC83-4365-B4D1-0AB3E8314E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D57A9EF-2D93-A760-E8BA-85F3460136E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485F0FA-B7B5-DDDC-A768-06B4CAD08E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45F53F-C4AC-4A87-8144-5C7323FA25C7}" type="datetimeFigureOut">
              <a:rPr lang="en-CA" smtClean="0"/>
              <a:t>2025-12-14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1C1BDF1-5923-170A-F7B5-3F598D9509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55D51E0-3D4C-5E9F-AA4F-F3417439A2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562F41-F3F9-45F4-8B38-CC7D1563EED1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85793441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469C69-6DB1-9F09-D2F4-85C3803360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492CE63-6E67-C324-0715-8D39A0961F9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41745F2-7483-C8C2-7A7F-53A610AA38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45F53F-C4AC-4A87-8144-5C7323FA25C7}" type="datetimeFigureOut">
              <a:rPr lang="en-CA" smtClean="0"/>
              <a:t>2025-12-14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EE4C2D8-E7EA-EA8B-7915-A889B21CDB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C129176-CA8F-1875-D5C4-B6226F4C6F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562F41-F3F9-45F4-8B38-CC7D1563EED1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51464719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1A3023-ED0C-7214-F528-E143194211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8F09AB4-924D-FC0C-6738-E2C31089D16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41C0332-6AA2-9C8B-B4BC-4E6BE65C6A8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EDBFD72-69A8-8553-B533-1AEE67D1B4F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45F53F-C4AC-4A87-8144-5C7323FA25C7}" type="datetimeFigureOut">
              <a:rPr lang="en-CA" smtClean="0"/>
              <a:t>2025-12-14</a:t>
            </a:fld>
            <a:endParaRPr lang="en-C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39AA1D1-D22C-BF55-1E51-DA1846EEFC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C6A94FD-6EE1-BDF2-D901-B959121B2D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562F41-F3F9-45F4-8B38-CC7D1563EED1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56216992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3AA97F-E32C-76B0-54E3-243337C3B7F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CE0A702-3044-E86A-D937-DBDF9D846F6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202280F-9F1F-CDE6-D3D0-CE5A101F386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8A1D5D9-9710-53FF-1FC7-DF9C725F7E4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CF91BB4-25B2-CE4A-463D-607F8E236A8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9B738E2-CD91-5F50-D386-B8EA61A464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45F53F-C4AC-4A87-8144-5C7323FA25C7}" type="datetimeFigureOut">
              <a:rPr lang="en-CA" smtClean="0"/>
              <a:t>2025-12-14</a:t>
            </a:fld>
            <a:endParaRPr lang="en-CA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9C00613-E778-63AB-CEE0-1B86C3F2FC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9A73A037-6C76-DBEF-8EC8-B9A9554413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562F41-F3F9-45F4-8B38-CC7D1563EED1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26455532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A57088-B36F-B18A-C223-823BD1F630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3A903D5-F176-56EA-307B-2BA91EBEDB2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45F53F-C4AC-4A87-8144-5C7323FA25C7}" type="datetimeFigureOut">
              <a:rPr lang="en-CA" smtClean="0"/>
              <a:t>2025-12-14</a:t>
            </a:fld>
            <a:endParaRPr lang="en-CA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83C1C61-9DD6-21C7-ADC1-38C107E97C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BBB624B-A1C4-3D39-346E-BAF742BA90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562F41-F3F9-45F4-8B38-CC7D1563EED1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36957405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0B21314C-5A18-74EF-1631-98D1F4F0BA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45F53F-C4AC-4A87-8144-5C7323FA25C7}" type="datetimeFigureOut">
              <a:rPr lang="en-CA" smtClean="0"/>
              <a:t>2025-12-14</a:t>
            </a:fld>
            <a:endParaRPr lang="en-CA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A3080E2-A241-E79A-6BA2-F779C0A44E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D290BD9-1B5B-65AC-2FDF-F2A74C6336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562F41-F3F9-45F4-8B38-CC7D1563EED1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4202660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79CE6E-C321-6A5E-1220-66165CF712A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9AA31BB-42F2-FEB6-49EA-39765F412E8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1EB8D1B-C8BC-4F72-3D49-B5B2BD7E0D5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623A8B2-D610-7BDA-A8CB-C01705F722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45F53F-C4AC-4A87-8144-5C7323FA25C7}" type="datetimeFigureOut">
              <a:rPr lang="en-CA" smtClean="0"/>
              <a:t>2025-12-14</a:t>
            </a:fld>
            <a:endParaRPr lang="en-C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D73058B-9EAB-DAAC-4340-23409F138F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970FDFF-4F1C-FB87-CFFE-325BD55535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562F41-F3F9-45F4-8B38-CC7D1563EED1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414692939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90B25E-C4FE-6CB0-7F73-7D229310A9A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51E35243-86A5-2697-5D9D-17CCBB6BB4F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CA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3C65E8D-6A95-48BE-73C6-55BE283D638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8FDD984-CD3B-B045-AF13-59565C6787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45F53F-C4AC-4A87-8144-5C7323FA25C7}" type="datetimeFigureOut">
              <a:rPr lang="en-CA" smtClean="0"/>
              <a:t>2025-12-14</a:t>
            </a:fld>
            <a:endParaRPr lang="en-C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EC7BB11-F6F6-D234-DF50-26D4950683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F5F2D63-02AA-0DC6-754F-EBD66D9BE8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562F41-F3F9-45F4-8B38-CC7D1563EED1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13398969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A74575-88AF-66A1-0E26-700D947FE5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873EDA9-45A1-D40A-3DCD-22ABC332367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379C171-8B7D-5CBB-3369-F0A2D3F553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45F53F-C4AC-4A87-8144-5C7323FA25C7}" type="datetimeFigureOut">
              <a:rPr lang="en-CA" smtClean="0"/>
              <a:t>2025-12-14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DFC511F-904B-1745-24B2-59DBC2D92D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4BABC9B-D40B-24B0-1030-89C0FB9765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562F41-F3F9-45F4-8B38-CC7D1563EED1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6897217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BB6F2E9C-B3C6-7F36-A30E-94886587D35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886DD8A-3870-4438-282D-5217B9D2638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B5C8733-6F1C-29D4-409E-1206DBEDA0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45F53F-C4AC-4A87-8144-5C7323FA25C7}" type="datetimeFigureOut">
              <a:rPr lang="en-CA" smtClean="0"/>
              <a:t>2025-12-14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C32A955-F993-80A6-339D-D4A0F816CD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E43F906-F118-9ACB-8AB3-3C55EDAF9B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562F41-F3F9-45F4-8B38-CC7D1563EED1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19091434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D0314B9-D03D-D503-825B-F580E1DB86D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9728445-86C7-C84D-2578-5820D52F5A2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C8FB5ED-03B8-71BA-F5D6-45C67D6037E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F45F53F-C4AC-4A87-8144-5C7323FA25C7}" type="datetimeFigureOut">
              <a:rPr lang="en-CA" smtClean="0"/>
              <a:t>2025-12-14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AD28D5F-6F94-ECD0-2012-343DA75B60D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94164CF-8695-2914-C8F8-C944775AE3F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6562F41-F3F9-45F4-8B38-CC7D1563EED1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86601799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microsoft.com/office/2007/relationships/hdphoto" Target="../media/hdphoto1.wdp"/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.svg"/><Relationship Id="rId5" Type="http://schemas.openxmlformats.org/officeDocument/2006/relationships/image" Target="../media/image3.png"/><Relationship Id="rId4" Type="http://schemas.openxmlformats.org/officeDocument/2006/relationships/image" Target="../media/image2.svg"/></Relationships>
</file>

<file path=ppt/slides/_rels/slide2.xml.rels><?xml version="1.0" encoding="UTF-8" standalone="yes"?>
<Relationships xmlns="http://schemas.openxmlformats.org/package/2006/relationships"><Relationship Id="rId3" Type="http://schemas.microsoft.com/office/2018/10/relationships/comments" Target="../comments/modernComment_102_335BE035.xm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microsoft.com/office/2018/10/relationships/comments" Target="../comments/modernComment_104_9C52468E.xml"/><Relationship Id="rId7" Type="http://schemas.openxmlformats.org/officeDocument/2006/relationships/image" Target="../media/image7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6.png"/><Relationship Id="rId5" Type="http://schemas.openxmlformats.org/officeDocument/2006/relationships/image" Target="../media/image2.svg"/><Relationship Id="rId4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Arc 3">
            <a:extLst>
              <a:ext uri="{FF2B5EF4-FFF2-40B4-BE49-F238E27FC236}">
                <a16:creationId xmlns:a16="http://schemas.microsoft.com/office/drawing/2014/main" id="{FAF56CC5-421A-683C-F96B-28787C8280A8}"/>
              </a:ext>
            </a:extLst>
          </p:cNvPr>
          <p:cNvSpPr/>
          <p:nvPr/>
        </p:nvSpPr>
        <p:spPr>
          <a:xfrm>
            <a:off x="885825" y="2285999"/>
            <a:ext cx="2104263" cy="3857625"/>
          </a:xfrm>
          <a:prstGeom prst="arc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C4B98D43-F2A3-2ACF-E666-EC640ECFEACA}"/>
              </a:ext>
            </a:extLst>
          </p:cNvPr>
          <p:cNvCxnSpPr/>
          <p:nvPr/>
        </p:nvCxnSpPr>
        <p:spPr>
          <a:xfrm>
            <a:off x="2990088" y="4233672"/>
            <a:ext cx="5852160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8" name="Arc 7">
            <a:extLst>
              <a:ext uri="{FF2B5EF4-FFF2-40B4-BE49-F238E27FC236}">
                <a16:creationId xmlns:a16="http://schemas.microsoft.com/office/drawing/2014/main" id="{7CB58341-1993-25CD-DBBE-FA9CE5458ED3}"/>
              </a:ext>
            </a:extLst>
          </p:cNvPr>
          <p:cNvSpPr/>
          <p:nvPr/>
        </p:nvSpPr>
        <p:spPr>
          <a:xfrm rot="13337258">
            <a:off x="9063719" y="874775"/>
            <a:ext cx="2104263" cy="3857625"/>
          </a:xfrm>
          <a:prstGeom prst="arc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6A677A60-083E-432D-DF2D-E35B021C2DEB}"/>
              </a:ext>
            </a:extLst>
          </p:cNvPr>
          <p:cNvCxnSpPr/>
          <p:nvPr/>
        </p:nvCxnSpPr>
        <p:spPr>
          <a:xfrm>
            <a:off x="987552" y="3429000"/>
            <a:ext cx="1024128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8B9B76C8-A591-EDF6-B393-59636524F9B4}"/>
              </a:ext>
            </a:extLst>
          </p:cNvPr>
          <p:cNvCxnSpPr/>
          <p:nvPr/>
        </p:nvCxnSpPr>
        <p:spPr>
          <a:xfrm>
            <a:off x="9250680" y="3429000"/>
            <a:ext cx="1024128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532510B3-C9A9-5A3F-7A21-E2FC820611E9}"/>
              </a:ext>
            </a:extLst>
          </p:cNvPr>
          <p:cNvSpPr txBox="1"/>
          <p:nvPr/>
        </p:nvSpPr>
        <p:spPr>
          <a:xfrm>
            <a:off x="658104" y="2715846"/>
            <a:ext cx="241401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dirty="0"/>
              <a:t>Inputs: external nutrient loads</a:t>
            </a:r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F2498DF6-710D-E0C6-EF0E-EF1FEC0B2DC3}"/>
              </a:ext>
            </a:extLst>
          </p:cNvPr>
          <p:cNvCxnSpPr>
            <a:cxnSpLocks/>
          </p:cNvCxnSpPr>
          <p:nvPr/>
        </p:nvCxnSpPr>
        <p:spPr>
          <a:xfrm flipH="1" flipV="1">
            <a:off x="6700658" y="3808278"/>
            <a:ext cx="213799" cy="29893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1E7B7B68-A767-A976-817C-418EFCDACFC3}"/>
              </a:ext>
            </a:extLst>
          </p:cNvPr>
          <p:cNvCxnSpPr>
            <a:cxnSpLocks/>
          </p:cNvCxnSpPr>
          <p:nvPr/>
        </p:nvCxnSpPr>
        <p:spPr>
          <a:xfrm>
            <a:off x="2990088" y="4040386"/>
            <a:ext cx="5678424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7983B020-1A3E-E2D4-C4EB-F2F6B97A7A12}"/>
              </a:ext>
            </a:extLst>
          </p:cNvPr>
          <p:cNvSpPr txBox="1"/>
          <p:nvPr/>
        </p:nvSpPr>
        <p:spPr>
          <a:xfrm>
            <a:off x="7675977" y="2690007"/>
            <a:ext cx="1233827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dirty="0"/>
              <a:t>Input: internal nutrient loads</a:t>
            </a:r>
          </a:p>
        </p:txBody>
      </p:sp>
      <p:pic>
        <p:nvPicPr>
          <p:cNvPr id="19" name="Graphic 18" descr="Seaweed with solid fill">
            <a:extLst>
              <a:ext uri="{FF2B5EF4-FFF2-40B4-BE49-F238E27FC236}">
                <a16:creationId xmlns:a16="http://schemas.microsoft.com/office/drawing/2014/main" id="{FD46B40B-B2F1-D1AB-5A27-4745DC41E17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012158" y="3253477"/>
            <a:ext cx="762922" cy="762922"/>
          </a:xfrm>
          <a:prstGeom prst="rect">
            <a:avLst/>
          </a:prstGeom>
        </p:spPr>
      </p:pic>
      <p:pic>
        <p:nvPicPr>
          <p:cNvPr id="23" name="Graphic 22" descr="Fish with solid fill">
            <a:extLst>
              <a:ext uri="{FF2B5EF4-FFF2-40B4-BE49-F238E27FC236}">
                <a16:creationId xmlns:a16="http://schemas.microsoft.com/office/drawing/2014/main" id="{20B81A8C-297A-9E54-7648-D54D7F413BDD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6012158" y="1728074"/>
            <a:ext cx="624840" cy="624840"/>
          </a:xfrm>
          <a:prstGeom prst="rect">
            <a:avLst/>
          </a:prstGeom>
        </p:spPr>
      </p:pic>
      <p:pic>
        <p:nvPicPr>
          <p:cNvPr id="25" name="Picture 2">
            <a:extLst>
              <a:ext uri="{FF2B5EF4-FFF2-40B4-BE49-F238E27FC236}">
                <a16:creationId xmlns:a16="http://schemas.microsoft.com/office/drawing/2014/main" id="{8C0AF063-9275-E0A9-4D88-03701D8F894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BEBA8EAE-BF5A-486C-A8C5-ECC9F3942E4B}">
                <a14:imgProps xmlns:a14="http://schemas.microsoft.com/office/drawing/2010/main">
                  <a14:imgLayer r:embed="rId8">
                    <a14:imgEffect>
                      <a14:backgroundRemoval t="8048" b="89555" l="6000" r="94875">
                        <a14:foregroundMark x1="9750" y1="19863" x2="5125" y2="25856"/>
                        <a14:foregroundMark x1="5125" y1="25856" x2="3500" y2="34932"/>
                        <a14:foregroundMark x1="3500" y1="34932" x2="6000" y2="43151"/>
                        <a14:foregroundMark x1="6000" y1="43151" x2="11125" y2="37671"/>
                        <a14:foregroundMark x1="11125" y1="37671" x2="12500" y2="28425"/>
                        <a14:foregroundMark x1="12500" y1="28425" x2="10250" y2="19692"/>
                        <a14:foregroundMark x1="20375" y1="10274" x2="26875" y2="13699"/>
                        <a14:foregroundMark x1="26875" y1="13699" x2="33375" y2="14041"/>
                        <a14:foregroundMark x1="33375" y1="14041" x2="39875" y2="12842"/>
                        <a14:foregroundMark x1="39875" y1="12842" x2="46250" y2="12842"/>
                        <a14:foregroundMark x1="46250" y1="12842" x2="59625" y2="11301"/>
                        <a14:foregroundMark x1="59625" y1="11301" x2="66250" y2="11473"/>
                        <a14:foregroundMark x1="66250" y1="11473" x2="60750" y2="6336"/>
                        <a14:foregroundMark x1="60750" y1="6336" x2="54250" y2="4110"/>
                        <a14:foregroundMark x1="54250" y1="4110" x2="21000" y2="8390"/>
                        <a14:foregroundMark x1="21000" y1="8390" x2="20125" y2="9247"/>
                        <a14:foregroundMark x1="90125" y1="40582" x2="94000" y2="47945"/>
                        <a14:foregroundMark x1="94000" y1="47945" x2="96250" y2="65753"/>
                        <a14:foregroundMark x1="96250" y1="65753" x2="95250" y2="74144"/>
                        <a14:foregroundMark x1="95250" y1="74144" x2="89250" y2="76712"/>
                        <a14:foregroundMark x1="89250" y1="76712" x2="87625" y2="58562"/>
                        <a14:foregroundMark x1="87625" y1="58562" x2="90125" y2="49658"/>
                        <a14:foregroundMark x1="90125" y1="49658" x2="89750" y2="42123"/>
                        <a14:foregroundMark x1="93875" y1="50171" x2="95875" y2="58733"/>
                        <a14:foregroundMark x1="95875" y1="58733" x2="94875" y2="76370"/>
                        <a14:foregroundMark x1="94875" y1="76370" x2="94125" y2="77568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20501665">
            <a:off x="5908671" y="2698974"/>
            <a:ext cx="381798" cy="27871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6" name="Graphic 25" descr="Fish with solid fill">
            <a:extLst>
              <a:ext uri="{FF2B5EF4-FFF2-40B4-BE49-F238E27FC236}">
                <a16:creationId xmlns:a16="http://schemas.microsoft.com/office/drawing/2014/main" id="{20E88EDC-CCD6-71B8-2107-94272B78909C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6324578" y="2585504"/>
            <a:ext cx="464219" cy="464219"/>
          </a:xfrm>
          <a:prstGeom prst="rect">
            <a:avLst/>
          </a:prstGeom>
        </p:spPr>
      </p:pic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5A1C489B-DA41-8A3A-D4BF-3C22B55F576F}"/>
              </a:ext>
            </a:extLst>
          </p:cNvPr>
          <p:cNvCxnSpPr>
            <a:cxnSpLocks/>
          </p:cNvCxnSpPr>
          <p:nvPr/>
        </p:nvCxnSpPr>
        <p:spPr>
          <a:xfrm flipV="1">
            <a:off x="6333722" y="2955346"/>
            <a:ext cx="0" cy="29813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116D29E8-4CB4-C2A4-B11C-ADC81731AB11}"/>
              </a:ext>
            </a:extLst>
          </p:cNvPr>
          <p:cNvCxnSpPr>
            <a:cxnSpLocks/>
          </p:cNvCxnSpPr>
          <p:nvPr/>
        </p:nvCxnSpPr>
        <p:spPr>
          <a:xfrm flipV="1">
            <a:off x="6333722" y="2287373"/>
            <a:ext cx="0" cy="29813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8" name="Arrow: Curved Right 37">
            <a:extLst>
              <a:ext uri="{FF2B5EF4-FFF2-40B4-BE49-F238E27FC236}">
                <a16:creationId xmlns:a16="http://schemas.microsoft.com/office/drawing/2014/main" id="{61AB8ACA-658D-F3C7-02BC-B2F65E35BED3}"/>
              </a:ext>
            </a:extLst>
          </p:cNvPr>
          <p:cNvSpPr/>
          <p:nvPr/>
        </p:nvSpPr>
        <p:spPr>
          <a:xfrm>
            <a:off x="4874022" y="2047875"/>
            <a:ext cx="713603" cy="1883793"/>
          </a:xfrm>
          <a:prstGeom prst="curvedRight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>
              <a:solidFill>
                <a:schemeClr val="tx1"/>
              </a:solidFill>
            </a:endParaRPr>
          </a:p>
        </p:txBody>
      </p:sp>
      <p:sp>
        <p:nvSpPr>
          <p:cNvPr id="39" name="Arrow: Curved Right 38">
            <a:extLst>
              <a:ext uri="{FF2B5EF4-FFF2-40B4-BE49-F238E27FC236}">
                <a16:creationId xmlns:a16="http://schemas.microsoft.com/office/drawing/2014/main" id="{BC651D17-3994-B618-B094-75FC61C6EF0C}"/>
              </a:ext>
            </a:extLst>
          </p:cNvPr>
          <p:cNvSpPr/>
          <p:nvPr/>
        </p:nvSpPr>
        <p:spPr>
          <a:xfrm>
            <a:off x="5472145" y="2829721"/>
            <a:ext cx="415589" cy="974603"/>
          </a:xfrm>
          <a:prstGeom prst="curvedRight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>
              <a:solidFill>
                <a:schemeClr val="tx1"/>
              </a:solidFill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5D4F16D2-60B4-98EA-3FBF-BD43783094CF}"/>
              </a:ext>
            </a:extLst>
          </p:cNvPr>
          <p:cNvSpPr txBox="1"/>
          <p:nvPr/>
        </p:nvSpPr>
        <p:spPr>
          <a:xfrm>
            <a:off x="3108225" y="2217426"/>
            <a:ext cx="1825618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dirty="0"/>
              <a:t>Remobilization: animal-mediated nutrient cycling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85B2FF38-7F46-F57B-5CBF-E45F168E7F70}"/>
              </a:ext>
            </a:extLst>
          </p:cNvPr>
          <p:cNvSpPr txBox="1"/>
          <p:nvPr/>
        </p:nvSpPr>
        <p:spPr>
          <a:xfrm>
            <a:off x="9220710" y="3008685"/>
            <a:ext cx="138264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dirty="0"/>
              <a:t>Outputs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87460D5B-9691-9087-F5D4-E17810F03FBB}"/>
              </a:ext>
            </a:extLst>
          </p:cNvPr>
          <p:cNvSpPr txBox="1"/>
          <p:nvPr/>
        </p:nvSpPr>
        <p:spPr>
          <a:xfrm>
            <a:off x="6807557" y="2554126"/>
            <a:ext cx="1081134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sz="1200" dirty="0"/>
              <a:t>Loss: nutrient uptake, metabolized, and stored</a:t>
            </a:r>
          </a:p>
        </p:txBody>
      </p:sp>
      <p:cxnSp>
        <p:nvCxnSpPr>
          <p:cNvPr id="44" name="Straight Arrow Connector 43">
            <a:extLst>
              <a:ext uri="{FF2B5EF4-FFF2-40B4-BE49-F238E27FC236}">
                <a16:creationId xmlns:a16="http://schemas.microsoft.com/office/drawing/2014/main" id="{61384895-C7A3-74C4-5C4C-C8EE19C3B68B}"/>
              </a:ext>
            </a:extLst>
          </p:cNvPr>
          <p:cNvCxnSpPr>
            <a:cxnSpLocks/>
          </p:cNvCxnSpPr>
          <p:nvPr/>
        </p:nvCxnSpPr>
        <p:spPr>
          <a:xfrm flipV="1">
            <a:off x="8039701" y="3827407"/>
            <a:ext cx="0" cy="29813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1967492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35E397F4-F1FE-8F5D-8D52-1636AD8A4F81}"/>
              </a:ext>
            </a:extLst>
          </p:cNvPr>
          <p:cNvSpPr/>
          <p:nvPr/>
        </p:nvSpPr>
        <p:spPr>
          <a:xfrm>
            <a:off x="2414016" y="619395"/>
            <a:ext cx="8422048" cy="5689965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5F3289C-90D8-354D-7392-F0DCC6D16809}"/>
              </a:ext>
            </a:extLst>
          </p:cNvPr>
          <p:cNvSpPr txBox="1"/>
          <p:nvPr/>
        </p:nvSpPr>
        <p:spPr>
          <a:xfrm>
            <a:off x="4200168" y="159111"/>
            <a:ext cx="459554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dirty="0"/>
              <a:t>Lake N and P retention and internal cycling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0885509-DACD-1D7E-6FFD-BAFE98ECE667}"/>
              </a:ext>
            </a:extLst>
          </p:cNvPr>
          <p:cNvSpPr txBox="1"/>
          <p:nvPr/>
        </p:nvSpPr>
        <p:spPr>
          <a:xfrm>
            <a:off x="0" y="3059668"/>
            <a:ext cx="241401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dirty="0"/>
              <a:t>External nutrient loads</a:t>
            </a:r>
          </a:p>
        </p:txBody>
      </p: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EB0BFD4E-403F-F961-2E74-37693228D8AE}"/>
              </a:ext>
            </a:extLst>
          </p:cNvPr>
          <p:cNvCxnSpPr>
            <a:cxnSpLocks/>
          </p:cNvCxnSpPr>
          <p:nvPr/>
        </p:nvCxnSpPr>
        <p:spPr>
          <a:xfrm>
            <a:off x="265471" y="3578597"/>
            <a:ext cx="2445320" cy="0"/>
          </a:xfrm>
          <a:prstGeom prst="straightConnector1">
            <a:avLst/>
          </a:prstGeom>
          <a:ln w="12700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067D76DE-CEE1-C8A8-7FC5-AAC484AECC83}"/>
              </a:ext>
            </a:extLst>
          </p:cNvPr>
          <p:cNvCxnSpPr>
            <a:cxnSpLocks/>
          </p:cNvCxnSpPr>
          <p:nvPr/>
        </p:nvCxnSpPr>
        <p:spPr>
          <a:xfrm flipV="1">
            <a:off x="6633268" y="2700658"/>
            <a:ext cx="0" cy="422123"/>
          </a:xfrm>
          <a:prstGeom prst="straightConnector1">
            <a:avLst/>
          </a:prstGeom>
          <a:ln w="50800">
            <a:solidFill>
              <a:schemeClr val="tx1"/>
            </a:solidFill>
            <a:prstDash val="dash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011FB80E-45E7-82EF-E95A-2D8696B6E968}"/>
              </a:ext>
            </a:extLst>
          </p:cNvPr>
          <p:cNvSpPr txBox="1"/>
          <p:nvPr/>
        </p:nvSpPr>
        <p:spPr>
          <a:xfrm>
            <a:off x="5530877" y="3165251"/>
            <a:ext cx="2215123" cy="1021556"/>
          </a:xfrm>
          <a:prstGeom prst="round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CA" dirty="0"/>
              <a:t>Dissolved inorganic nutrients: recycled + translocated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E0786068-976E-A670-4799-3C3EAB5E2140}"/>
              </a:ext>
            </a:extLst>
          </p:cNvPr>
          <p:cNvSpPr/>
          <p:nvPr/>
        </p:nvSpPr>
        <p:spPr>
          <a:xfrm>
            <a:off x="5700592" y="2039664"/>
            <a:ext cx="1764000" cy="580019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dirty="0">
                <a:solidFill>
                  <a:schemeClr val="tx1"/>
                </a:solidFill>
              </a:rPr>
              <a:t>Primary producers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53EE493-DD90-4C11-998C-BEFB4E932E8A}"/>
              </a:ext>
            </a:extLst>
          </p:cNvPr>
          <p:cNvSpPr txBox="1"/>
          <p:nvPr/>
        </p:nvSpPr>
        <p:spPr>
          <a:xfrm>
            <a:off x="6811196" y="2762593"/>
            <a:ext cx="9802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dirty="0"/>
              <a:t>Uptake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466A50A4-39FE-35CF-DECE-DEFEBA9DDB45}"/>
              </a:ext>
            </a:extLst>
          </p:cNvPr>
          <p:cNvSpPr/>
          <p:nvPr/>
        </p:nvSpPr>
        <p:spPr>
          <a:xfrm>
            <a:off x="5700592" y="819624"/>
            <a:ext cx="1764000" cy="580019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dirty="0">
                <a:solidFill>
                  <a:schemeClr val="tx1"/>
                </a:solidFill>
              </a:rPr>
              <a:t>Consumers</a:t>
            </a:r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0BED4DC9-3CF1-8A46-09CE-435BB45ED78C}"/>
              </a:ext>
            </a:extLst>
          </p:cNvPr>
          <p:cNvCxnSpPr>
            <a:cxnSpLocks/>
          </p:cNvCxnSpPr>
          <p:nvPr/>
        </p:nvCxnSpPr>
        <p:spPr>
          <a:xfrm flipV="1">
            <a:off x="6600538" y="1504190"/>
            <a:ext cx="0" cy="422123"/>
          </a:xfrm>
          <a:prstGeom prst="straightConnector1">
            <a:avLst/>
          </a:prstGeom>
          <a:ln w="25400">
            <a:solidFill>
              <a:schemeClr val="tx1"/>
            </a:solidFill>
            <a:prstDash val="dash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7228453D-1115-C2EC-1F37-367198C8CD12}"/>
              </a:ext>
            </a:extLst>
          </p:cNvPr>
          <p:cNvSpPr txBox="1"/>
          <p:nvPr/>
        </p:nvSpPr>
        <p:spPr>
          <a:xfrm>
            <a:off x="6705068" y="1406053"/>
            <a:ext cx="128625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dirty="0"/>
              <a:t>Trophic transfer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E5340DD9-52EB-E7FB-80A0-769E1DB5E7D6}"/>
              </a:ext>
            </a:extLst>
          </p:cNvPr>
          <p:cNvSpPr txBox="1"/>
          <p:nvPr/>
        </p:nvSpPr>
        <p:spPr>
          <a:xfrm>
            <a:off x="3396986" y="1752119"/>
            <a:ext cx="1825618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dirty="0"/>
              <a:t>Excretion and </a:t>
            </a:r>
            <a:r>
              <a:rPr lang="en-CA" dirty="0" err="1"/>
              <a:t>remineralized</a:t>
            </a:r>
            <a:r>
              <a:rPr lang="en-CA" dirty="0"/>
              <a:t> egestion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77D5AE27-B84C-2864-B30D-4357A95CC969}"/>
              </a:ext>
            </a:extLst>
          </p:cNvPr>
          <p:cNvSpPr/>
          <p:nvPr/>
        </p:nvSpPr>
        <p:spPr>
          <a:xfrm>
            <a:off x="5718538" y="5315705"/>
            <a:ext cx="1764000" cy="821074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dirty="0">
                <a:solidFill>
                  <a:schemeClr val="tx1"/>
                </a:solidFill>
              </a:rPr>
              <a:t>Nutrient pool: sediments + biomass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D06366CD-A67C-6ADB-9701-AC58C6EF35B2}"/>
              </a:ext>
            </a:extLst>
          </p:cNvPr>
          <p:cNvSpPr txBox="1"/>
          <p:nvPr/>
        </p:nvSpPr>
        <p:spPr>
          <a:xfrm>
            <a:off x="2792104" y="5098723"/>
            <a:ext cx="178308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dirty="0"/>
              <a:t>Temporary or long-term burial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33DEC2B4-3762-6B80-BD4D-C1F147698386}"/>
              </a:ext>
            </a:extLst>
          </p:cNvPr>
          <p:cNvSpPr txBox="1"/>
          <p:nvPr/>
        </p:nvSpPr>
        <p:spPr>
          <a:xfrm>
            <a:off x="11013363" y="3059679"/>
            <a:ext cx="1143001" cy="3693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dirty="0"/>
              <a:t>Outputs</a:t>
            </a:r>
          </a:p>
        </p:txBody>
      </p: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13C0CC88-FF36-2D6D-716E-2ED6164AE95E}"/>
              </a:ext>
            </a:extLst>
          </p:cNvPr>
          <p:cNvCxnSpPr>
            <a:cxnSpLocks/>
          </p:cNvCxnSpPr>
          <p:nvPr/>
        </p:nvCxnSpPr>
        <p:spPr>
          <a:xfrm>
            <a:off x="11150603" y="3583686"/>
            <a:ext cx="1020143" cy="1821"/>
          </a:xfrm>
          <a:prstGeom prst="straightConnector1">
            <a:avLst/>
          </a:prstGeom>
          <a:ln w="127000">
            <a:solidFill>
              <a:schemeClr val="tx1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DDA6C313-22D1-B4CC-1B93-5F587E7E271C}"/>
              </a:ext>
            </a:extLst>
          </p:cNvPr>
          <p:cNvCxnSpPr>
            <a:cxnSpLocks/>
          </p:cNvCxnSpPr>
          <p:nvPr/>
        </p:nvCxnSpPr>
        <p:spPr>
          <a:xfrm flipV="1">
            <a:off x="6633268" y="4333959"/>
            <a:ext cx="0" cy="780290"/>
          </a:xfrm>
          <a:prstGeom prst="straightConnector1">
            <a:avLst/>
          </a:prstGeom>
          <a:ln w="9525">
            <a:solidFill>
              <a:schemeClr val="tx1"/>
            </a:solidFill>
            <a:prstDash val="dash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8" name="TextBox 27">
            <a:extLst>
              <a:ext uri="{FF2B5EF4-FFF2-40B4-BE49-F238E27FC236}">
                <a16:creationId xmlns:a16="http://schemas.microsoft.com/office/drawing/2014/main" id="{72EEB488-1087-AFA3-1F05-5D1AA66B2F1C}"/>
              </a:ext>
            </a:extLst>
          </p:cNvPr>
          <p:cNvSpPr txBox="1"/>
          <p:nvPr/>
        </p:nvSpPr>
        <p:spPr>
          <a:xfrm>
            <a:off x="6622762" y="4376332"/>
            <a:ext cx="173554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dirty="0"/>
              <a:t>Bioturbation + decomposition</a:t>
            </a:r>
          </a:p>
        </p:txBody>
      </p: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1B6EB629-3045-F4D0-50A7-897E62791C8F}"/>
              </a:ext>
            </a:extLst>
          </p:cNvPr>
          <p:cNvCxnSpPr>
            <a:cxnSpLocks/>
          </p:cNvCxnSpPr>
          <p:nvPr/>
        </p:nvCxnSpPr>
        <p:spPr>
          <a:xfrm>
            <a:off x="2690793" y="3564390"/>
            <a:ext cx="2837384" cy="2262688"/>
          </a:xfrm>
          <a:prstGeom prst="straightConnector1">
            <a:avLst/>
          </a:prstGeom>
          <a:ln w="101600">
            <a:solidFill>
              <a:schemeClr val="tx1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7" name="TextBox 36">
            <a:extLst>
              <a:ext uri="{FF2B5EF4-FFF2-40B4-BE49-F238E27FC236}">
                <a16:creationId xmlns:a16="http://schemas.microsoft.com/office/drawing/2014/main" id="{471005D6-648B-9BD1-AB78-2F342B3334F0}"/>
              </a:ext>
            </a:extLst>
          </p:cNvPr>
          <p:cNvSpPr txBox="1"/>
          <p:nvPr/>
        </p:nvSpPr>
        <p:spPr>
          <a:xfrm>
            <a:off x="8644169" y="3243989"/>
            <a:ext cx="1294639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dirty="0"/>
              <a:t>Temporary or long-term burial</a:t>
            </a:r>
          </a:p>
        </p:txBody>
      </p: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97497D67-1353-5C22-4C08-3EE30A4B10F7}"/>
              </a:ext>
            </a:extLst>
          </p:cNvPr>
          <p:cNvCxnSpPr>
            <a:cxnSpLocks/>
          </p:cNvCxnSpPr>
          <p:nvPr/>
        </p:nvCxnSpPr>
        <p:spPr>
          <a:xfrm flipV="1">
            <a:off x="7672899" y="3602478"/>
            <a:ext cx="3465160" cy="2453832"/>
          </a:xfrm>
          <a:prstGeom prst="straightConnector1">
            <a:avLst/>
          </a:prstGeom>
          <a:ln w="10160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1" name="Straight Arrow Connector 40">
            <a:extLst>
              <a:ext uri="{FF2B5EF4-FFF2-40B4-BE49-F238E27FC236}">
                <a16:creationId xmlns:a16="http://schemas.microsoft.com/office/drawing/2014/main" id="{D59D5E27-2C96-1C95-6854-9F7F7F989C3F}"/>
              </a:ext>
            </a:extLst>
          </p:cNvPr>
          <p:cNvCxnSpPr>
            <a:cxnSpLocks/>
          </p:cNvCxnSpPr>
          <p:nvPr/>
        </p:nvCxnSpPr>
        <p:spPr>
          <a:xfrm flipV="1">
            <a:off x="6497942" y="4333959"/>
            <a:ext cx="0" cy="780290"/>
          </a:xfrm>
          <a:prstGeom prst="straightConnector1">
            <a:avLst/>
          </a:prstGeom>
          <a:ln w="9525">
            <a:solidFill>
              <a:schemeClr val="tx1"/>
            </a:solidFill>
            <a:prstDash val="solid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2" name="TextBox 41">
            <a:extLst>
              <a:ext uri="{FF2B5EF4-FFF2-40B4-BE49-F238E27FC236}">
                <a16:creationId xmlns:a16="http://schemas.microsoft.com/office/drawing/2014/main" id="{130C9660-BEFE-523C-3DF8-3EABE72E2C15}"/>
              </a:ext>
            </a:extLst>
          </p:cNvPr>
          <p:cNvSpPr txBox="1"/>
          <p:nvPr/>
        </p:nvSpPr>
        <p:spPr>
          <a:xfrm>
            <a:off x="5119549" y="4416760"/>
            <a:ext cx="1339902" cy="66857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dirty="0"/>
              <a:t>Abiotic processes</a:t>
            </a:r>
          </a:p>
        </p:txBody>
      </p:sp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BA7B418D-AB4B-F752-7E3F-E287490ABFE9}"/>
              </a:ext>
            </a:extLst>
          </p:cNvPr>
          <p:cNvCxnSpPr>
            <a:cxnSpLocks/>
          </p:cNvCxnSpPr>
          <p:nvPr/>
        </p:nvCxnSpPr>
        <p:spPr>
          <a:xfrm>
            <a:off x="2688093" y="3554052"/>
            <a:ext cx="2626608" cy="164850"/>
          </a:xfrm>
          <a:prstGeom prst="straightConnector1">
            <a:avLst/>
          </a:prstGeom>
          <a:ln w="50800">
            <a:solidFill>
              <a:schemeClr val="tx1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8" name="Straight Arrow Connector 47">
            <a:extLst>
              <a:ext uri="{FF2B5EF4-FFF2-40B4-BE49-F238E27FC236}">
                <a16:creationId xmlns:a16="http://schemas.microsoft.com/office/drawing/2014/main" id="{8B19A7AB-3EE6-7908-1967-62949B70D293}"/>
              </a:ext>
            </a:extLst>
          </p:cNvPr>
          <p:cNvCxnSpPr>
            <a:cxnSpLocks/>
          </p:cNvCxnSpPr>
          <p:nvPr/>
        </p:nvCxnSpPr>
        <p:spPr>
          <a:xfrm>
            <a:off x="7650951" y="2237049"/>
            <a:ext cx="3527608" cy="1346637"/>
          </a:xfrm>
          <a:prstGeom prst="straightConnector1">
            <a:avLst/>
          </a:prstGeom>
          <a:ln w="101600">
            <a:solidFill>
              <a:schemeClr val="tx1"/>
            </a:solidFill>
            <a:prstDash val="dash"/>
            <a:headEnd type="none" w="med" len="med"/>
            <a:tailEnd type="non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52" name="TextBox 51">
            <a:extLst>
              <a:ext uri="{FF2B5EF4-FFF2-40B4-BE49-F238E27FC236}">
                <a16:creationId xmlns:a16="http://schemas.microsoft.com/office/drawing/2014/main" id="{380777CF-4004-C168-94AB-13E879B0BA54}"/>
              </a:ext>
            </a:extLst>
          </p:cNvPr>
          <p:cNvSpPr txBox="1"/>
          <p:nvPr/>
        </p:nvSpPr>
        <p:spPr>
          <a:xfrm>
            <a:off x="9318765" y="2472290"/>
            <a:ext cx="153074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dirty="0"/>
              <a:t>Metabolism</a:t>
            </a:r>
          </a:p>
        </p:txBody>
      </p:sp>
      <p:sp>
        <p:nvSpPr>
          <p:cNvPr id="57" name="Arc 56">
            <a:extLst>
              <a:ext uri="{FF2B5EF4-FFF2-40B4-BE49-F238E27FC236}">
                <a16:creationId xmlns:a16="http://schemas.microsoft.com/office/drawing/2014/main" id="{6722105A-A4D6-C67D-6E86-1A8CE83561C0}"/>
              </a:ext>
            </a:extLst>
          </p:cNvPr>
          <p:cNvSpPr/>
          <p:nvPr/>
        </p:nvSpPr>
        <p:spPr>
          <a:xfrm rot="14494186">
            <a:off x="4508503" y="1715854"/>
            <a:ext cx="3936218" cy="2421367"/>
          </a:xfrm>
          <a:prstGeom prst="arc">
            <a:avLst/>
          </a:prstGeom>
          <a:ln w="25400">
            <a:solidFill>
              <a:schemeClr val="tx1"/>
            </a:solidFill>
            <a:prstDash val="dash"/>
            <a:headEnd type="triangle" w="med" len="med"/>
            <a:tailEnd type="non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CA" dirty="0"/>
          </a:p>
        </p:txBody>
      </p:sp>
      <p:sp>
        <p:nvSpPr>
          <p:cNvPr id="58" name="Arc 57">
            <a:extLst>
              <a:ext uri="{FF2B5EF4-FFF2-40B4-BE49-F238E27FC236}">
                <a16:creationId xmlns:a16="http://schemas.microsoft.com/office/drawing/2014/main" id="{43B3B498-20DD-68A2-00BE-D80F8D114296}"/>
              </a:ext>
            </a:extLst>
          </p:cNvPr>
          <p:cNvSpPr/>
          <p:nvPr/>
        </p:nvSpPr>
        <p:spPr>
          <a:xfrm rot="3122261">
            <a:off x="1785816" y="71534"/>
            <a:ext cx="7392657" cy="5411185"/>
          </a:xfrm>
          <a:prstGeom prst="arc">
            <a:avLst>
              <a:gd name="adj1" fmla="val 16116605"/>
              <a:gd name="adj2" fmla="val 0"/>
            </a:avLst>
          </a:prstGeom>
          <a:ln w="25400">
            <a:solidFill>
              <a:schemeClr val="tx1"/>
            </a:solidFill>
            <a:prstDash val="dash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59" name="Arc 58">
            <a:extLst>
              <a:ext uri="{FF2B5EF4-FFF2-40B4-BE49-F238E27FC236}">
                <a16:creationId xmlns:a16="http://schemas.microsoft.com/office/drawing/2014/main" id="{E6E7798F-1E9A-2322-13CE-A7EA1F64F423}"/>
              </a:ext>
            </a:extLst>
          </p:cNvPr>
          <p:cNvSpPr/>
          <p:nvPr/>
        </p:nvSpPr>
        <p:spPr>
          <a:xfrm rot="3122261">
            <a:off x="3489548" y="1558277"/>
            <a:ext cx="5053260" cy="4040640"/>
          </a:xfrm>
          <a:prstGeom prst="arc">
            <a:avLst>
              <a:gd name="adj1" fmla="val 16174176"/>
              <a:gd name="adj2" fmla="val 0"/>
            </a:avLst>
          </a:prstGeom>
          <a:ln w="25400">
            <a:solidFill>
              <a:schemeClr val="tx1"/>
            </a:solidFill>
            <a:prstDash val="dash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3009B1C6-B337-CE5F-C3CF-AB87D0BB4D3F}"/>
              </a:ext>
            </a:extLst>
          </p:cNvPr>
          <p:cNvSpPr txBox="1"/>
          <p:nvPr/>
        </p:nvSpPr>
        <p:spPr>
          <a:xfrm>
            <a:off x="9139619" y="4939018"/>
            <a:ext cx="1530743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dirty="0"/>
              <a:t>Resource extraction + outflow</a:t>
            </a:r>
          </a:p>
        </p:txBody>
      </p:sp>
      <p:sp>
        <p:nvSpPr>
          <p:cNvPr id="99" name="AutoShape 4">
            <a:extLst>
              <a:ext uri="{FF2B5EF4-FFF2-40B4-BE49-F238E27FC236}">
                <a16:creationId xmlns:a16="http://schemas.microsoft.com/office/drawing/2014/main" id="{31F844C1-FF9A-4D7C-2E06-CBBAAEAC494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861659189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71BCD6-80C0-8578-8B9D-DF586DCC2A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78CC01FB-E3DA-6310-0046-0FB1BF31AB64}"/>
              </a:ext>
            </a:extLst>
          </p:cNvPr>
          <p:cNvSpPr/>
          <p:nvPr/>
        </p:nvSpPr>
        <p:spPr>
          <a:xfrm>
            <a:off x="2414016" y="619395"/>
            <a:ext cx="8422048" cy="5689965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656ED09-B86F-DC05-950C-C108AA23434C}"/>
              </a:ext>
            </a:extLst>
          </p:cNvPr>
          <p:cNvSpPr txBox="1"/>
          <p:nvPr/>
        </p:nvSpPr>
        <p:spPr>
          <a:xfrm>
            <a:off x="4327265" y="160182"/>
            <a:ext cx="459554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dirty="0"/>
              <a:t>Lake N and P retention and internal cycling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FD27F93-AFDF-8121-F11A-A3CA749CAB89}"/>
              </a:ext>
            </a:extLst>
          </p:cNvPr>
          <p:cNvSpPr txBox="1"/>
          <p:nvPr/>
        </p:nvSpPr>
        <p:spPr>
          <a:xfrm>
            <a:off x="0" y="3059668"/>
            <a:ext cx="241401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dirty="0"/>
              <a:t>External nutrient loads</a:t>
            </a:r>
          </a:p>
        </p:txBody>
      </p: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1F1CE52C-9D32-9A09-E063-C79AC794A08C}"/>
              </a:ext>
            </a:extLst>
          </p:cNvPr>
          <p:cNvCxnSpPr>
            <a:cxnSpLocks/>
          </p:cNvCxnSpPr>
          <p:nvPr/>
        </p:nvCxnSpPr>
        <p:spPr>
          <a:xfrm>
            <a:off x="88490" y="3564390"/>
            <a:ext cx="2622301" cy="14207"/>
          </a:xfrm>
          <a:prstGeom prst="straightConnector1">
            <a:avLst/>
          </a:prstGeom>
          <a:ln w="12700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5E483ACC-3D60-C12B-6EF3-40041E64CB44}"/>
              </a:ext>
            </a:extLst>
          </p:cNvPr>
          <p:cNvCxnSpPr>
            <a:cxnSpLocks/>
          </p:cNvCxnSpPr>
          <p:nvPr/>
        </p:nvCxnSpPr>
        <p:spPr>
          <a:xfrm flipV="1">
            <a:off x="6643724" y="2653214"/>
            <a:ext cx="3616" cy="448407"/>
          </a:xfrm>
          <a:prstGeom prst="straightConnector1">
            <a:avLst/>
          </a:prstGeom>
          <a:ln w="50800">
            <a:solidFill>
              <a:schemeClr val="tx1"/>
            </a:solidFill>
            <a:prstDash val="dash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27AA275E-7548-40EC-F343-BB463A922952}"/>
              </a:ext>
            </a:extLst>
          </p:cNvPr>
          <p:cNvSpPr txBox="1"/>
          <p:nvPr/>
        </p:nvSpPr>
        <p:spPr>
          <a:xfrm>
            <a:off x="5530876" y="3233171"/>
            <a:ext cx="2215123" cy="715089"/>
          </a:xfrm>
          <a:prstGeom prst="round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CA" dirty="0"/>
              <a:t>Dissolved inorganic nutrients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59E2F3D-5711-D809-DE65-FC25B6935C2F}"/>
              </a:ext>
            </a:extLst>
          </p:cNvPr>
          <p:cNvSpPr txBox="1"/>
          <p:nvPr/>
        </p:nvSpPr>
        <p:spPr>
          <a:xfrm>
            <a:off x="6811196" y="2762593"/>
            <a:ext cx="9802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dirty="0"/>
              <a:t>Uptake</a:t>
            </a:r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FCA09A86-1F1D-AA79-3740-E54DCFD4C5CC}"/>
              </a:ext>
            </a:extLst>
          </p:cNvPr>
          <p:cNvCxnSpPr>
            <a:cxnSpLocks/>
          </p:cNvCxnSpPr>
          <p:nvPr/>
        </p:nvCxnSpPr>
        <p:spPr>
          <a:xfrm flipV="1">
            <a:off x="6638438" y="1247123"/>
            <a:ext cx="0" cy="422123"/>
          </a:xfrm>
          <a:prstGeom prst="straightConnector1">
            <a:avLst/>
          </a:prstGeom>
          <a:ln w="25400">
            <a:solidFill>
              <a:schemeClr val="tx1"/>
            </a:solidFill>
            <a:prstDash val="dash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0381E21F-53D1-10BD-D2B8-3BE68D95D66B}"/>
              </a:ext>
            </a:extLst>
          </p:cNvPr>
          <p:cNvSpPr txBox="1"/>
          <p:nvPr/>
        </p:nvSpPr>
        <p:spPr>
          <a:xfrm>
            <a:off x="6713516" y="1247123"/>
            <a:ext cx="128625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dirty="0"/>
              <a:t>Trophic transfer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2FB81E07-14E9-20B4-154B-F46295F630BB}"/>
              </a:ext>
            </a:extLst>
          </p:cNvPr>
          <p:cNvSpPr txBox="1"/>
          <p:nvPr/>
        </p:nvSpPr>
        <p:spPr>
          <a:xfrm>
            <a:off x="3457065" y="1758389"/>
            <a:ext cx="128625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dirty="0"/>
              <a:t>Excretion + egestion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3D65ABC0-C8ED-7ECA-20E0-A78395953AB8}"/>
              </a:ext>
            </a:extLst>
          </p:cNvPr>
          <p:cNvSpPr/>
          <p:nvPr/>
        </p:nvSpPr>
        <p:spPr>
          <a:xfrm>
            <a:off x="5745845" y="5175072"/>
            <a:ext cx="1758389" cy="871609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dirty="0">
                <a:solidFill>
                  <a:schemeClr val="tx1"/>
                </a:solidFill>
              </a:rPr>
              <a:t>Nutrient pool: sediments + biomass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E711F827-4D5A-8BA1-A133-8D3A408BF615}"/>
              </a:ext>
            </a:extLst>
          </p:cNvPr>
          <p:cNvSpPr txBox="1"/>
          <p:nvPr/>
        </p:nvSpPr>
        <p:spPr>
          <a:xfrm>
            <a:off x="3402860" y="4864348"/>
            <a:ext cx="84414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dirty="0"/>
              <a:t>Burial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A6A86DC9-7632-5A7E-5E80-A26F9DBAB1AA}"/>
              </a:ext>
            </a:extLst>
          </p:cNvPr>
          <p:cNvSpPr txBox="1"/>
          <p:nvPr/>
        </p:nvSpPr>
        <p:spPr>
          <a:xfrm>
            <a:off x="11013363" y="3059679"/>
            <a:ext cx="1143001" cy="3693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dirty="0"/>
              <a:t>Outputs</a:t>
            </a:r>
          </a:p>
        </p:txBody>
      </p: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358F5CDE-E5FD-F70E-89B7-5F374B8BE9DC}"/>
              </a:ext>
            </a:extLst>
          </p:cNvPr>
          <p:cNvCxnSpPr>
            <a:cxnSpLocks/>
          </p:cNvCxnSpPr>
          <p:nvPr/>
        </p:nvCxnSpPr>
        <p:spPr>
          <a:xfrm>
            <a:off x="11150603" y="3583686"/>
            <a:ext cx="1020143" cy="1821"/>
          </a:xfrm>
          <a:prstGeom prst="straightConnector1">
            <a:avLst/>
          </a:prstGeom>
          <a:ln w="127000">
            <a:solidFill>
              <a:schemeClr val="tx1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DEBC4BB2-7BA5-AE19-1C0E-FC4D3D446D34}"/>
              </a:ext>
            </a:extLst>
          </p:cNvPr>
          <p:cNvCxnSpPr>
            <a:cxnSpLocks/>
          </p:cNvCxnSpPr>
          <p:nvPr/>
        </p:nvCxnSpPr>
        <p:spPr>
          <a:xfrm flipV="1">
            <a:off x="6723482" y="4084058"/>
            <a:ext cx="0" cy="780290"/>
          </a:xfrm>
          <a:prstGeom prst="straightConnector1">
            <a:avLst/>
          </a:prstGeom>
          <a:ln w="9525">
            <a:solidFill>
              <a:schemeClr val="tx1"/>
            </a:solidFill>
            <a:prstDash val="solid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8" name="TextBox 27">
            <a:extLst>
              <a:ext uri="{FF2B5EF4-FFF2-40B4-BE49-F238E27FC236}">
                <a16:creationId xmlns:a16="http://schemas.microsoft.com/office/drawing/2014/main" id="{17167F32-47E6-B94B-B203-ABC36FF648EB}"/>
              </a:ext>
            </a:extLst>
          </p:cNvPr>
          <p:cNvSpPr txBox="1"/>
          <p:nvPr/>
        </p:nvSpPr>
        <p:spPr>
          <a:xfrm>
            <a:off x="4711795" y="4181198"/>
            <a:ext cx="173554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dirty="0"/>
              <a:t>Bioturbation + decomposition</a:t>
            </a:r>
          </a:p>
        </p:txBody>
      </p: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C9005185-9AB4-7B78-9B46-B71050A91773}"/>
              </a:ext>
            </a:extLst>
          </p:cNvPr>
          <p:cNvCxnSpPr>
            <a:cxnSpLocks/>
          </p:cNvCxnSpPr>
          <p:nvPr/>
        </p:nvCxnSpPr>
        <p:spPr>
          <a:xfrm>
            <a:off x="2690793" y="3564390"/>
            <a:ext cx="2936089" cy="2146111"/>
          </a:xfrm>
          <a:prstGeom prst="straightConnector1">
            <a:avLst/>
          </a:prstGeom>
          <a:ln w="101600">
            <a:solidFill>
              <a:schemeClr val="tx1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7" name="TextBox 36">
            <a:extLst>
              <a:ext uri="{FF2B5EF4-FFF2-40B4-BE49-F238E27FC236}">
                <a16:creationId xmlns:a16="http://schemas.microsoft.com/office/drawing/2014/main" id="{BE38B3E5-43E2-1E93-B954-B7D5AC762FDA}"/>
              </a:ext>
            </a:extLst>
          </p:cNvPr>
          <p:cNvSpPr txBox="1"/>
          <p:nvPr/>
        </p:nvSpPr>
        <p:spPr>
          <a:xfrm>
            <a:off x="8773526" y="3489972"/>
            <a:ext cx="129463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dirty="0"/>
              <a:t>Storage</a:t>
            </a:r>
          </a:p>
        </p:txBody>
      </p: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28BDF8BA-48BA-6762-2FD8-DC0C38436866}"/>
              </a:ext>
            </a:extLst>
          </p:cNvPr>
          <p:cNvCxnSpPr>
            <a:cxnSpLocks/>
          </p:cNvCxnSpPr>
          <p:nvPr/>
        </p:nvCxnSpPr>
        <p:spPr>
          <a:xfrm flipV="1">
            <a:off x="7704309" y="3585507"/>
            <a:ext cx="3438896" cy="2197468"/>
          </a:xfrm>
          <a:prstGeom prst="straightConnector1">
            <a:avLst/>
          </a:prstGeom>
          <a:ln w="10160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1" name="Straight Arrow Connector 40">
            <a:extLst>
              <a:ext uri="{FF2B5EF4-FFF2-40B4-BE49-F238E27FC236}">
                <a16:creationId xmlns:a16="http://schemas.microsoft.com/office/drawing/2014/main" id="{AF2C2E4A-2E30-3A31-236F-E552111AB165}"/>
              </a:ext>
            </a:extLst>
          </p:cNvPr>
          <p:cNvCxnSpPr>
            <a:cxnSpLocks/>
          </p:cNvCxnSpPr>
          <p:nvPr/>
        </p:nvCxnSpPr>
        <p:spPr>
          <a:xfrm flipV="1">
            <a:off x="6522914" y="4084058"/>
            <a:ext cx="0" cy="780290"/>
          </a:xfrm>
          <a:prstGeom prst="straightConnector1">
            <a:avLst/>
          </a:prstGeom>
          <a:ln w="9525">
            <a:solidFill>
              <a:schemeClr val="tx1"/>
            </a:solidFill>
            <a:prstDash val="dash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2" name="TextBox 41">
            <a:extLst>
              <a:ext uri="{FF2B5EF4-FFF2-40B4-BE49-F238E27FC236}">
                <a16:creationId xmlns:a16="http://schemas.microsoft.com/office/drawing/2014/main" id="{723AAFD8-00BE-0450-3E1A-B7445101743E}"/>
              </a:ext>
            </a:extLst>
          </p:cNvPr>
          <p:cNvSpPr txBox="1"/>
          <p:nvPr/>
        </p:nvSpPr>
        <p:spPr>
          <a:xfrm>
            <a:off x="6816877" y="4170079"/>
            <a:ext cx="1339902" cy="66857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dirty="0"/>
              <a:t>Abiotic processes</a:t>
            </a:r>
          </a:p>
        </p:txBody>
      </p:sp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DA0AF886-62C3-17A9-36C0-CEA79115EFE4}"/>
              </a:ext>
            </a:extLst>
          </p:cNvPr>
          <p:cNvCxnSpPr>
            <a:cxnSpLocks/>
          </p:cNvCxnSpPr>
          <p:nvPr/>
        </p:nvCxnSpPr>
        <p:spPr>
          <a:xfrm>
            <a:off x="2685284" y="3542710"/>
            <a:ext cx="2610891" cy="1004"/>
          </a:xfrm>
          <a:prstGeom prst="straightConnector1">
            <a:avLst/>
          </a:prstGeom>
          <a:ln w="50800">
            <a:solidFill>
              <a:schemeClr val="tx1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8" name="Straight Arrow Connector 47">
            <a:extLst>
              <a:ext uri="{FF2B5EF4-FFF2-40B4-BE49-F238E27FC236}">
                <a16:creationId xmlns:a16="http://schemas.microsoft.com/office/drawing/2014/main" id="{FA904A84-1B72-ECE2-9D5D-9D0C69F978EA}"/>
              </a:ext>
            </a:extLst>
          </p:cNvPr>
          <p:cNvCxnSpPr>
            <a:cxnSpLocks/>
          </p:cNvCxnSpPr>
          <p:nvPr/>
        </p:nvCxnSpPr>
        <p:spPr>
          <a:xfrm>
            <a:off x="7262773" y="2128257"/>
            <a:ext cx="3942833" cy="1415377"/>
          </a:xfrm>
          <a:prstGeom prst="straightConnector1">
            <a:avLst/>
          </a:prstGeom>
          <a:ln w="101600">
            <a:solidFill>
              <a:schemeClr val="tx1"/>
            </a:solidFill>
            <a:prstDash val="dash"/>
            <a:headEnd type="none" w="med" len="med"/>
            <a:tailEnd type="non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52" name="TextBox 51">
            <a:extLst>
              <a:ext uri="{FF2B5EF4-FFF2-40B4-BE49-F238E27FC236}">
                <a16:creationId xmlns:a16="http://schemas.microsoft.com/office/drawing/2014/main" id="{A6237B62-7BD1-DB05-6A43-5FF7499E1E30}"/>
              </a:ext>
            </a:extLst>
          </p:cNvPr>
          <p:cNvSpPr txBox="1"/>
          <p:nvPr/>
        </p:nvSpPr>
        <p:spPr>
          <a:xfrm>
            <a:off x="9301599" y="2405161"/>
            <a:ext cx="153074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dirty="0"/>
              <a:t>Metabolism</a:t>
            </a:r>
          </a:p>
        </p:txBody>
      </p:sp>
      <p:sp>
        <p:nvSpPr>
          <p:cNvPr id="57" name="Arc 56">
            <a:extLst>
              <a:ext uri="{FF2B5EF4-FFF2-40B4-BE49-F238E27FC236}">
                <a16:creationId xmlns:a16="http://schemas.microsoft.com/office/drawing/2014/main" id="{3886C323-F51F-9103-E106-C49D36702E3A}"/>
              </a:ext>
            </a:extLst>
          </p:cNvPr>
          <p:cNvSpPr/>
          <p:nvPr/>
        </p:nvSpPr>
        <p:spPr>
          <a:xfrm rot="14494186">
            <a:off x="4742117" y="1437830"/>
            <a:ext cx="3868240" cy="2838569"/>
          </a:xfrm>
          <a:prstGeom prst="arc">
            <a:avLst/>
          </a:prstGeom>
          <a:ln w="25400">
            <a:solidFill>
              <a:schemeClr val="tx1"/>
            </a:solidFill>
            <a:prstDash val="dash"/>
            <a:headEnd type="triangle" w="med" len="med"/>
            <a:tailEnd type="non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CA" dirty="0"/>
          </a:p>
        </p:txBody>
      </p:sp>
      <p:sp>
        <p:nvSpPr>
          <p:cNvPr id="58" name="Arc 57">
            <a:extLst>
              <a:ext uri="{FF2B5EF4-FFF2-40B4-BE49-F238E27FC236}">
                <a16:creationId xmlns:a16="http://schemas.microsoft.com/office/drawing/2014/main" id="{779B0E9A-27F7-606F-7D64-6115756828BD}"/>
              </a:ext>
            </a:extLst>
          </p:cNvPr>
          <p:cNvSpPr/>
          <p:nvPr/>
        </p:nvSpPr>
        <p:spPr>
          <a:xfrm rot="3122261">
            <a:off x="2026687" y="152593"/>
            <a:ext cx="6991156" cy="5491969"/>
          </a:xfrm>
          <a:prstGeom prst="arc">
            <a:avLst>
              <a:gd name="adj1" fmla="val 16116605"/>
              <a:gd name="adj2" fmla="val 0"/>
            </a:avLst>
          </a:prstGeom>
          <a:ln w="25400">
            <a:solidFill>
              <a:schemeClr val="tx1"/>
            </a:solidFill>
            <a:prstDash val="dash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59" name="Arc 58">
            <a:extLst>
              <a:ext uri="{FF2B5EF4-FFF2-40B4-BE49-F238E27FC236}">
                <a16:creationId xmlns:a16="http://schemas.microsoft.com/office/drawing/2014/main" id="{D18D22CD-FC91-D836-38C7-FD8D7CDE13E6}"/>
              </a:ext>
            </a:extLst>
          </p:cNvPr>
          <p:cNvSpPr/>
          <p:nvPr/>
        </p:nvSpPr>
        <p:spPr>
          <a:xfrm rot="3122261">
            <a:off x="3156576" y="1602382"/>
            <a:ext cx="5531184" cy="3425814"/>
          </a:xfrm>
          <a:prstGeom prst="arc">
            <a:avLst>
              <a:gd name="adj1" fmla="val 16174176"/>
              <a:gd name="adj2" fmla="val 0"/>
            </a:avLst>
          </a:prstGeom>
          <a:ln w="25400">
            <a:solidFill>
              <a:schemeClr val="tx1"/>
            </a:solidFill>
            <a:prstDash val="dash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B03A24B0-2875-9804-50EB-5FCC702FF57D}"/>
              </a:ext>
            </a:extLst>
          </p:cNvPr>
          <p:cNvSpPr txBox="1"/>
          <p:nvPr/>
        </p:nvSpPr>
        <p:spPr>
          <a:xfrm>
            <a:off x="9301599" y="5040262"/>
            <a:ext cx="1530743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dirty="0"/>
              <a:t>Resource extraction + outflow</a:t>
            </a:r>
          </a:p>
        </p:txBody>
      </p:sp>
      <p:sp>
        <p:nvSpPr>
          <p:cNvPr id="99" name="AutoShape 4">
            <a:extLst>
              <a:ext uri="{FF2B5EF4-FFF2-40B4-BE49-F238E27FC236}">
                <a16:creationId xmlns:a16="http://schemas.microsoft.com/office/drawing/2014/main" id="{F7D9C9AC-A548-0B6B-E12C-9B9FA5D924C0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CA"/>
          </a:p>
        </p:txBody>
      </p:sp>
      <p:pic>
        <p:nvPicPr>
          <p:cNvPr id="6" name="Graphic 5" descr="Seaweed with solid fill">
            <a:extLst>
              <a:ext uri="{FF2B5EF4-FFF2-40B4-BE49-F238E27FC236}">
                <a16:creationId xmlns:a16="http://schemas.microsoft.com/office/drawing/2014/main" id="{955C1C61-7C36-4A66-F8E0-64B5826339AA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266534" y="1867430"/>
            <a:ext cx="717012" cy="717012"/>
          </a:xfrm>
          <a:prstGeom prst="rect">
            <a:avLst/>
          </a:prstGeom>
        </p:spPr>
      </p:pic>
      <p:pic>
        <p:nvPicPr>
          <p:cNvPr id="2050" name="Picture 2" descr="Dreissena polymorpha">
            <a:extLst>
              <a:ext uri="{FF2B5EF4-FFF2-40B4-BE49-F238E27FC236}">
                <a16:creationId xmlns:a16="http://schemas.microsoft.com/office/drawing/2014/main" id="{7E6EFFF4-F672-3CF3-844D-5BD3BE4D50E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934783" y="779417"/>
            <a:ext cx="586658" cy="3693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6" name="Picture 8" descr="Dorosoma cepedianum">
            <a:extLst>
              <a:ext uri="{FF2B5EF4-FFF2-40B4-BE49-F238E27FC236}">
                <a16:creationId xmlns:a16="http://schemas.microsoft.com/office/drawing/2014/main" id="{B424337B-4D80-9B16-AE32-627D9AD86C5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639066" y="779659"/>
            <a:ext cx="902348" cy="43413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622637710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2783</TotalTime>
  <Words>563</Words>
  <Application>Microsoft Office PowerPoint</Application>
  <PresentationFormat>Widescreen</PresentationFormat>
  <Paragraphs>69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7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Sandra Klemet-N'guessan</dc:creator>
  <cp:lastModifiedBy>Sandra Klemet-N'guessan</cp:lastModifiedBy>
  <cp:revision>1</cp:revision>
  <dcterms:created xsi:type="dcterms:W3CDTF">2025-12-14T16:22:11Z</dcterms:created>
  <dcterms:modified xsi:type="dcterms:W3CDTF">2025-12-16T14:45:47Z</dcterms:modified>
</cp:coreProperties>
</file>