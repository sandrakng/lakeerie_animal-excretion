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modernComment_102_335BE035.xml" ContentType="application/vnd.ms-powerpoint.comments+xml"/>
  <Override PartName="/ppt/notesSlides/notesSlide3.xml" ContentType="application/vnd.openxmlformats-officedocument.presentationml.notesSlide+xml"/>
  <Override PartName="/ppt/comments/modernComment_104_9C52468E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56" r:id="rId2"/>
    <p:sldId id="258" r:id="rId3"/>
    <p:sldId id="260" r:id="rId4"/>
  </p:sldIdLst>
  <p:sldSz cx="7920038" cy="44418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00BD291-8104-3863-A481-23F2CF4DA489}" name="Sandra Klemet-N'guessan" initials="SK" userId="S::sandraklemet@trentu.ca::0d19dd2d-6e00-409e-9933-e191f280205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CCCC"/>
    <a:srgbClr val="666666"/>
    <a:srgbClr val="1A1A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9799B8-4D7F-4185-9757-07085F8275BE}" v="12" dt="2026-07-03T17:24:10.2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7651" autoAdjust="0"/>
  </p:normalViewPr>
  <p:slideViewPr>
    <p:cSldViewPr snapToGrid="0">
      <p:cViewPr varScale="1">
        <p:scale>
          <a:sx n="147" d="100"/>
          <a:sy n="147" d="100"/>
        </p:scale>
        <p:origin x="117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12" Type="http://schemas.microsoft.com/office/2018/10/relationships/authors" Target="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dra Klemet-N'guessan" userId="0d19dd2d-6e00-409e-9933-e191f280205d" providerId="ADAL" clId="{00628405-EBB2-413D-A50B-A0A6D8047A58}"/>
    <pc:docChg chg="undo custSel modSld modMainMaster modNotesMaster">
      <pc:chgData name="Sandra Klemet-N'guessan" userId="0d19dd2d-6e00-409e-9933-e191f280205d" providerId="ADAL" clId="{00628405-EBB2-413D-A50B-A0A6D8047A58}" dt="2026-07-03T17:25:32.010" v="31" actId="1076"/>
      <pc:docMkLst>
        <pc:docMk/>
      </pc:docMkLst>
      <pc:sldChg chg="modSp modNotes">
        <pc:chgData name="Sandra Klemet-N'guessan" userId="0d19dd2d-6e00-409e-9933-e191f280205d" providerId="ADAL" clId="{00628405-EBB2-413D-A50B-A0A6D8047A58}" dt="2026-07-03T17:20:34.451" v="17"/>
        <pc:sldMkLst>
          <pc:docMk/>
          <pc:sldMk cId="3419674924" sldId="256"/>
        </pc:sldMkLst>
        <pc:spChg chg="mod">
          <ac:chgData name="Sandra Klemet-N'guessan" userId="0d19dd2d-6e00-409e-9933-e191f280205d" providerId="ADAL" clId="{00628405-EBB2-413D-A50B-A0A6D8047A58}" dt="2026-07-03T17:20:34.451" v="17"/>
          <ac:spMkLst>
            <pc:docMk/>
            <pc:sldMk cId="3419674924" sldId="256"/>
            <ac:spMk id="4" creationId="{FAF56CC5-421A-683C-F96B-28787C8280A8}"/>
          </ac:spMkLst>
        </pc:spChg>
        <pc:spChg chg="mod">
          <ac:chgData name="Sandra Klemet-N'guessan" userId="0d19dd2d-6e00-409e-9933-e191f280205d" providerId="ADAL" clId="{00628405-EBB2-413D-A50B-A0A6D8047A58}" dt="2026-07-03T17:20:34.451" v="17"/>
          <ac:spMkLst>
            <pc:docMk/>
            <pc:sldMk cId="3419674924" sldId="256"/>
            <ac:spMk id="8" creationId="{7CB58341-1993-25CD-DBBE-FA9CE5458ED3}"/>
          </ac:spMkLst>
        </pc:spChg>
        <pc:spChg chg="mod">
          <ac:chgData name="Sandra Klemet-N'guessan" userId="0d19dd2d-6e00-409e-9933-e191f280205d" providerId="ADAL" clId="{00628405-EBB2-413D-A50B-A0A6D8047A58}" dt="2026-07-03T17:20:34.451" v="17"/>
          <ac:spMkLst>
            <pc:docMk/>
            <pc:sldMk cId="3419674924" sldId="256"/>
            <ac:spMk id="12" creationId="{532510B3-C9A9-5A3F-7A21-E2FC820611E9}"/>
          </ac:spMkLst>
        </pc:spChg>
        <pc:spChg chg="mod">
          <ac:chgData name="Sandra Klemet-N'guessan" userId="0d19dd2d-6e00-409e-9933-e191f280205d" providerId="ADAL" clId="{00628405-EBB2-413D-A50B-A0A6D8047A58}" dt="2026-07-03T17:20:34.451" v="17"/>
          <ac:spMkLst>
            <pc:docMk/>
            <pc:sldMk cId="3419674924" sldId="256"/>
            <ac:spMk id="17" creationId="{7983B020-1A3E-E2D4-C4EB-F2F6B97A7A12}"/>
          </ac:spMkLst>
        </pc:spChg>
        <pc:spChg chg="mod">
          <ac:chgData name="Sandra Klemet-N'guessan" userId="0d19dd2d-6e00-409e-9933-e191f280205d" providerId="ADAL" clId="{00628405-EBB2-413D-A50B-A0A6D8047A58}" dt="2026-07-03T17:20:34.451" v="17"/>
          <ac:spMkLst>
            <pc:docMk/>
            <pc:sldMk cId="3419674924" sldId="256"/>
            <ac:spMk id="38" creationId="{61AB8ACA-658D-F3C7-02BC-B2F65E35BED3}"/>
          </ac:spMkLst>
        </pc:spChg>
        <pc:spChg chg="mod">
          <ac:chgData name="Sandra Klemet-N'guessan" userId="0d19dd2d-6e00-409e-9933-e191f280205d" providerId="ADAL" clId="{00628405-EBB2-413D-A50B-A0A6D8047A58}" dt="2026-07-03T17:20:34.451" v="17"/>
          <ac:spMkLst>
            <pc:docMk/>
            <pc:sldMk cId="3419674924" sldId="256"/>
            <ac:spMk id="39" creationId="{BC651D17-3994-B618-B094-75FC61C6EF0C}"/>
          </ac:spMkLst>
        </pc:spChg>
        <pc:spChg chg="mod">
          <ac:chgData name="Sandra Klemet-N'guessan" userId="0d19dd2d-6e00-409e-9933-e191f280205d" providerId="ADAL" clId="{00628405-EBB2-413D-A50B-A0A6D8047A58}" dt="2026-07-03T17:20:34.451" v="17"/>
          <ac:spMkLst>
            <pc:docMk/>
            <pc:sldMk cId="3419674924" sldId="256"/>
            <ac:spMk id="40" creationId="{5D4F16D2-60B4-98EA-3FBF-BD43783094CF}"/>
          </ac:spMkLst>
        </pc:spChg>
        <pc:spChg chg="mod">
          <ac:chgData name="Sandra Klemet-N'guessan" userId="0d19dd2d-6e00-409e-9933-e191f280205d" providerId="ADAL" clId="{00628405-EBB2-413D-A50B-A0A6D8047A58}" dt="2026-07-03T17:20:34.451" v="17"/>
          <ac:spMkLst>
            <pc:docMk/>
            <pc:sldMk cId="3419674924" sldId="256"/>
            <ac:spMk id="41" creationId="{85B2FF38-7F46-F57B-5CBF-E45F168E7F70}"/>
          </ac:spMkLst>
        </pc:spChg>
        <pc:spChg chg="mod">
          <ac:chgData name="Sandra Klemet-N'guessan" userId="0d19dd2d-6e00-409e-9933-e191f280205d" providerId="ADAL" clId="{00628405-EBB2-413D-A50B-A0A6D8047A58}" dt="2026-07-03T17:20:34.451" v="17"/>
          <ac:spMkLst>
            <pc:docMk/>
            <pc:sldMk cId="3419674924" sldId="256"/>
            <ac:spMk id="43" creationId="{87460D5B-9691-9087-F5D4-E17810F03FBB}"/>
          </ac:spMkLst>
        </pc:spChg>
        <pc:picChg chg="mod">
          <ac:chgData name="Sandra Klemet-N'guessan" userId="0d19dd2d-6e00-409e-9933-e191f280205d" providerId="ADAL" clId="{00628405-EBB2-413D-A50B-A0A6D8047A58}" dt="2026-07-03T17:20:34.451" v="17"/>
          <ac:picMkLst>
            <pc:docMk/>
            <pc:sldMk cId="3419674924" sldId="256"/>
            <ac:picMk id="26" creationId="{20E88EDC-CCD6-71B8-2107-94272B78909C}"/>
          </ac:picMkLst>
        </pc:picChg>
      </pc:sldChg>
      <pc:sldChg chg="modSp modNotes">
        <pc:chgData name="Sandra Klemet-N'guessan" userId="0d19dd2d-6e00-409e-9933-e191f280205d" providerId="ADAL" clId="{00628405-EBB2-413D-A50B-A0A6D8047A58}" dt="2026-07-03T17:20:34.451" v="17"/>
        <pc:sldMkLst>
          <pc:docMk/>
          <pc:sldMk cId="861659189" sldId="258"/>
        </pc:sldMkLst>
        <pc:spChg chg="mod">
          <ac:chgData name="Sandra Klemet-N'guessan" userId="0d19dd2d-6e00-409e-9933-e191f280205d" providerId="ADAL" clId="{00628405-EBB2-413D-A50B-A0A6D8047A58}" dt="2026-07-03T17:20:34.451" v="17"/>
          <ac:spMkLst>
            <pc:docMk/>
            <pc:sldMk cId="861659189" sldId="258"/>
            <ac:spMk id="2" creationId="{35E397F4-F1FE-8F5D-8D52-1636AD8A4F81}"/>
          </ac:spMkLst>
        </pc:spChg>
        <pc:spChg chg="mod">
          <ac:chgData name="Sandra Klemet-N'guessan" userId="0d19dd2d-6e00-409e-9933-e191f280205d" providerId="ADAL" clId="{00628405-EBB2-413D-A50B-A0A6D8047A58}" dt="2026-07-03T17:20:34.451" v="17"/>
          <ac:spMkLst>
            <pc:docMk/>
            <pc:sldMk cId="861659189" sldId="258"/>
            <ac:spMk id="3" creationId="{B5F3289C-90D8-354D-7392-F0DCC6D16809}"/>
          </ac:spMkLst>
        </pc:spChg>
        <pc:spChg chg="mod">
          <ac:chgData name="Sandra Klemet-N'guessan" userId="0d19dd2d-6e00-409e-9933-e191f280205d" providerId="ADAL" clId="{00628405-EBB2-413D-A50B-A0A6D8047A58}" dt="2026-07-03T17:20:34.451" v="17"/>
          <ac:spMkLst>
            <pc:docMk/>
            <pc:sldMk cId="861659189" sldId="258"/>
            <ac:spMk id="4" creationId="{20885509-DACD-1D7E-6FFD-BAFE98ECE667}"/>
          </ac:spMkLst>
        </pc:spChg>
        <pc:spChg chg="mod">
          <ac:chgData name="Sandra Klemet-N'guessan" userId="0d19dd2d-6e00-409e-9933-e191f280205d" providerId="ADAL" clId="{00628405-EBB2-413D-A50B-A0A6D8047A58}" dt="2026-07-03T17:20:34.451" v="17"/>
          <ac:spMkLst>
            <pc:docMk/>
            <pc:sldMk cId="861659189" sldId="258"/>
            <ac:spMk id="10" creationId="{011FB80E-45E7-82EF-E95A-2D8696B6E968}"/>
          </ac:spMkLst>
        </pc:spChg>
        <pc:spChg chg="mod">
          <ac:chgData name="Sandra Klemet-N'guessan" userId="0d19dd2d-6e00-409e-9933-e191f280205d" providerId="ADAL" clId="{00628405-EBB2-413D-A50B-A0A6D8047A58}" dt="2026-07-03T17:20:34.451" v="17"/>
          <ac:spMkLst>
            <pc:docMk/>
            <pc:sldMk cId="861659189" sldId="258"/>
            <ac:spMk id="17" creationId="{E5340DD9-52EB-E7FB-80A0-769E1DB5E7D6}"/>
          </ac:spMkLst>
        </pc:spChg>
        <pc:spChg chg="mod">
          <ac:chgData name="Sandra Klemet-N'guessan" userId="0d19dd2d-6e00-409e-9933-e191f280205d" providerId="ADAL" clId="{00628405-EBB2-413D-A50B-A0A6D8047A58}" dt="2026-07-03T17:20:34.451" v="17"/>
          <ac:spMkLst>
            <pc:docMk/>
            <pc:sldMk cId="861659189" sldId="258"/>
            <ac:spMk id="20" creationId="{D06366CD-A67C-6ADB-9701-AC58C6EF35B2}"/>
          </ac:spMkLst>
        </pc:spChg>
        <pc:spChg chg="mod">
          <ac:chgData name="Sandra Klemet-N'guessan" userId="0d19dd2d-6e00-409e-9933-e191f280205d" providerId="ADAL" clId="{00628405-EBB2-413D-A50B-A0A6D8047A58}" dt="2026-07-03T17:20:34.451" v="17"/>
          <ac:spMkLst>
            <pc:docMk/>
            <pc:sldMk cId="861659189" sldId="258"/>
            <ac:spMk id="21" creationId="{33DEC2B4-3762-6B80-BD4D-C1F147698386}"/>
          </ac:spMkLst>
        </pc:spChg>
        <pc:spChg chg="mod">
          <ac:chgData name="Sandra Klemet-N'guessan" userId="0d19dd2d-6e00-409e-9933-e191f280205d" providerId="ADAL" clId="{00628405-EBB2-413D-A50B-A0A6D8047A58}" dt="2026-07-03T17:20:34.451" v="17"/>
          <ac:spMkLst>
            <pc:docMk/>
            <pc:sldMk cId="861659189" sldId="258"/>
            <ac:spMk id="37" creationId="{471005D6-648B-9BD1-AB78-2F342B3334F0}"/>
          </ac:spMkLst>
        </pc:spChg>
        <pc:spChg chg="mod">
          <ac:chgData name="Sandra Klemet-N'guessan" userId="0d19dd2d-6e00-409e-9933-e191f280205d" providerId="ADAL" clId="{00628405-EBB2-413D-A50B-A0A6D8047A58}" dt="2026-07-03T17:20:34.451" v="17"/>
          <ac:spMkLst>
            <pc:docMk/>
            <pc:sldMk cId="861659189" sldId="258"/>
            <ac:spMk id="72" creationId="{3009B1C6-B337-CE5F-C3CF-AB87D0BB4D3F}"/>
          </ac:spMkLst>
        </pc:spChg>
        <pc:spChg chg="mod">
          <ac:chgData name="Sandra Klemet-N'guessan" userId="0d19dd2d-6e00-409e-9933-e191f280205d" providerId="ADAL" clId="{00628405-EBB2-413D-A50B-A0A6D8047A58}" dt="2026-07-03T17:20:34.451" v="17"/>
          <ac:spMkLst>
            <pc:docMk/>
            <pc:sldMk cId="861659189" sldId="258"/>
            <ac:spMk id="99" creationId="{31F844C1-FF9A-4D7C-2E06-CBBAAEAC4944}"/>
          </ac:spMkLst>
        </pc:spChg>
      </pc:sldChg>
      <pc:sldChg chg="modSp mod modNotes">
        <pc:chgData name="Sandra Klemet-N'guessan" userId="0d19dd2d-6e00-409e-9933-e191f280205d" providerId="ADAL" clId="{00628405-EBB2-413D-A50B-A0A6D8047A58}" dt="2026-07-03T17:25:32.010" v="31" actId="1076"/>
        <pc:sldMkLst>
          <pc:docMk/>
          <pc:sldMk cId="2622637710" sldId="260"/>
        </pc:sldMkLst>
        <pc:spChg chg="mod">
          <ac:chgData name="Sandra Klemet-N'guessan" userId="0d19dd2d-6e00-409e-9933-e191f280205d" providerId="ADAL" clId="{00628405-EBB2-413D-A50B-A0A6D8047A58}" dt="2026-07-03T17:24:10.238" v="21" actId="255"/>
          <ac:spMkLst>
            <pc:docMk/>
            <pc:sldMk cId="2622637710" sldId="260"/>
            <ac:spMk id="2" creationId="{78CC01FB-E3DA-6310-0046-0FB1BF31AB64}"/>
          </ac:spMkLst>
        </pc:spChg>
        <pc:spChg chg="mod">
          <ac:chgData name="Sandra Klemet-N'guessan" userId="0d19dd2d-6e00-409e-9933-e191f280205d" providerId="ADAL" clId="{00628405-EBB2-413D-A50B-A0A6D8047A58}" dt="2026-07-03T17:20:39.900" v="18" actId="122"/>
          <ac:spMkLst>
            <pc:docMk/>
            <pc:sldMk cId="2622637710" sldId="260"/>
            <ac:spMk id="3" creationId="{0656ED09-B86F-DC05-950C-C108AA23434C}"/>
          </ac:spMkLst>
        </pc:spChg>
        <pc:spChg chg="mod">
          <ac:chgData name="Sandra Klemet-N'guessan" userId="0d19dd2d-6e00-409e-9933-e191f280205d" providerId="ADAL" clId="{00628405-EBB2-413D-A50B-A0A6D8047A58}" dt="2026-07-03T17:25:32.010" v="31" actId="1076"/>
          <ac:spMkLst>
            <pc:docMk/>
            <pc:sldMk cId="2622637710" sldId="260"/>
            <ac:spMk id="4" creationId="{7FD27F93-AFDF-8121-F11A-A3CA749CAB89}"/>
          </ac:spMkLst>
        </pc:spChg>
        <pc:spChg chg="mod">
          <ac:chgData name="Sandra Klemet-N'guessan" userId="0d19dd2d-6e00-409e-9933-e191f280205d" providerId="ADAL" clId="{00628405-EBB2-413D-A50B-A0A6D8047A58}" dt="2026-07-03T17:24:10.238" v="21" actId="255"/>
          <ac:spMkLst>
            <pc:docMk/>
            <pc:sldMk cId="2622637710" sldId="260"/>
            <ac:spMk id="12" creationId="{D59E2F3D-5711-D809-DE65-FC25B6935C2F}"/>
          </ac:spMkLst>
        </pc:spChg>
        <pc:spChg chg="mod">
          <ac:chgData name="Sandra Klemet-N'guessan" userId="0d19dd2d-6e00-409e-9933-e191f280205d" providerId="ADAL" clId="{00628405-EBB2-413D-A50B-A0A6D8047A58}" dt="2026-07-03T17:24:10.238" v="21" actId="255"/>
          <ac:spMkLst>
            <pc:docMk/>
            <pc:sldMk cId="2622637710" sldId="260"/>
            <ac:spMk id="13" creationId="{EC325244-F071-15DE-8442-D93324BA0D3C}"/>
          </ac:spMkLst>
        </pc:spChg>
        <pc:spChg chg="mod">
          <ac:chgData name="Sandra Klemet-N'guessan" userId="0d19dd2d-6e00-409e-9933-e191f280205d" providerId="ADAL" clId="{00628405-EBB2-413D-A50B-A0A6D8047A58}" dt="2026-07-03T17:24:10.238" v="21" actId="255"/>
          <ac:spMkLst>
            <pc:docMk/>
            <pc:sldMk cId="2622637710" sldId="260"/>
            <ac:spMk id="17" creationId="{2FB81E07-14E9-20B4-154B-F46295F630BB}"/>
          </ac:spMkLst>
        </pc:spChg>
        <pc:spChg chg="mod">
          <ac:chgData name="Sandra Klemet-N'guessan" userId="0d19dd2d-6e00-409e-9933-e191f280205d" providerId="ADAL" clId="{00628405-EBB2-413D-A50B-A0A6D8047A58}" dt="2026-07-03T17:24:10.238" v="21" actId="255"/>
          <ac:spMkLst>
            <pc:docMk/>
            <pc:sldMk cId="2622637710" sldId="260"/>
            <ac:spMk id="20" creationId="{E711F827-4D5A-8BA1-A133-8D3A408BF615}"/>
          </ac:spMkLst>
        </pc:spChg>
        <pc:spChg chg="mod">
          <ac:chgData name="Sandra Klemet-N'guessan" userId="0d19dd2d-6e00-409e-9933-e191f280205d" providerId="ADAL" clId="{00628405-EBB2-413D-A50B-A0A6D8047A58}" dt="2026-07-03T17:25:29.173" v="30" actId="1076"/>
          <ac:spMkLst>
            <pc:docMk/>
            <pc:sldMk cId="2622637710" sldId="260"/>
            <ac:spMk id="21" creationId="{A6A86DC9-7632-5A7E-5E80-A26F9DBAB1AA}"/>
          </ac:spMkLst>
        </pc:spChg>
        <pc:spChg chg="mod">
          <ac:chgData name="Sandra Klemet-N'guessan" userId="0d19dd2d-6e00-409e-9933-e191f280205d" providerId="ADAL" clId="{00628405-EBB2-413D-A50B-A0A6D8047A58}" dt="2026-07-03T17:24:10.238" v="21" actId="255"/>
          <ac:spMkLst>
            <pc:docMk/>
            <pc:sldMk cId="2622637710" sldId="260"/>
            <ac:spMk id="37" creationId="{BE38B3E5-43E2-1E93-B954-B7D5AC762FDA}"/>
          </ac:spMkLst>
        </pc:spChg>
        <pc:spChg chg="mod">
          <ac:chgData name="Sandra Klemet-N'guessan" userId="0d19dd2d-6e00-409e-9933-e191f280205d" providerId="ADAL" clId="{00628405-EBB2-413D-A50B-A0A6D8047A58}" dt="2026-07-03T17:24:10.238" v="21" actId="255"/>
          <ac:spMkLst>
            <pc:docMk/>
            <pc:sldMk cId="2622637710" sldId="260"/>
            <ac:spMk id="42" creationId="{723AAFD8-00BE-0450-3E1A-B7445101743E}"/>
          </ac:spMkLst>
        </pc:spChg>
        <pc:spChg chg="mod">
          <ac:chgData name="Sandra Klemet-N'guessan" userId="0d19dd2d-6e00-409e-9933-e191f280205d" providerId="ADAL" clId="{00628405-EBB2-413D-A50B-A0A6D8047A58}" dt="2026-07-03T17:20:34.451" v="17"/>
          <ac:spMkLst>
            <pc:docMk/>
            <pc:sldMk cId="2622637710" sldId="260"/>
            <ac:spMk id="59" creationId="{D18D22CD-FC91-D836-38C7-FD8D7CDE13E6}"/>
          </ac:spMkLst>
        </pc:spChg>
        <pc:spChg chg="mod">
          <ac:chgData name="Sandra Klemet-N'guessan" userId="0d19dd2d-6e00-409e-9933-e191f280205d" providerId="ADAL" clId="{00628405-EBB2-413D-A50B-A0A6D8047A58}" dt="2026-07-03T17:24:10.238" v="21" actId="255"/>
          <ac:spMkLst>
            <pc:docMk/>
            <pc:sldMk cId="2622637710" sldId="260"/>
            <ac:spMk id="72" creationId="{B03A24B0-2875-9804-50EB-5FCC702FF57D}"/>
          </ac:spMkLst>
        </pc:spChg>
        <pc:cxnChg chg="mod">
          <ac:chgData name="Sandra Klemet-N'guessan" userId="0d19dd2d-6e00-409e-9933-e191f280205d" providerId="ADAL" clId="{00628405-EBB2-413D-A50B-A0A6D8047A58}" dt="2026-07-03T17:25:01.744" v="24" actId="14100"/>
          <ac:cxnSpMkLst>
            <pc:docMk/>
            <pc:sldMk cId="2622637710" sldId="260"/>
            <ac:cxnSpMk id="7" creationId="{2210BF14-97D1-AFE9-68FA-5EB04C8B1AEA}"/>
          </ac:cxnSpMkLst>
        </pc:cxnChg>
        <pc:cxnChg chg="mod">
          <ac:chgData name="Sandra Klemet-N'guessan" userId="0d19dd2d-6e00-409e-9933-e191f280205d" providerId="ADAL" clId="{00628405-EBB2-413D-A50B-A0A6D8047A58}" dt="2026-07-03T17:25:03.903" v="25" actId="14100"/>
          <ac:cxnSpMkLst>
            <pc:docMk/>
            <pc:sldMk cId="2622637710" sldId="260"/>
            <ac:cxnSpMk id="22" creationId="{358F5CDE-E5FD-F70E-89B7-5F374B8BE9DC}"/>
          </ac:cxnSpMkLst>
        </pc:cxnChg>
        <pc:cxnChg chg="mod">
          <ac:chgData name="Sandra Klemet-N'guessan" userId="0d19dd2d-6e00-409e-9933-e191f280205d" providerId="ADAL" clId="{00628405-EBB2-413D-A50B-A0A6D8047A58}" dt="2026-07-03T17:25:15.157" v="28" actId="14100"/>
          <ac:cxnSpMkLst>
            <pc:docMk/>
            <pc:sldMk cId="2622637710" sldId="260"/>
            <ac:cxnSpMk id="38" creationId="{28BDF8BA-48BA-6762-2FD8-DC0C38436866}"/>
          </ac:cxnSpMkLst>
        </pc:cxnChg>
        <pc:cxnChg chg="mod">
          <ac:chgData name="Sandra Klemet-N'guessan" userId="0d19dd2d-6e00-409e-9933-e191f280205d" providerId="ADAL" clId="{00628405-EBB2-413D-A50B-A0A6D8047A58}" dt="2026-07-03T17:24:55.212" v="22" actId="14100"/>
          <ac:cxnSpMkLst>
            <pc:docMk/>
            <pc:sldMk cId="2622637710" sldId="260"/>
            <ac:cxnSpMk id="48" creationId="{FA904A84-1B72-ECE2-9D5D-9D0C69F978EA}"/>
          </ac:cxnSpMkLst>
        </pc:cxnChg>
      </pc:sldChg>
      <pc:sldMasterChg chg="modSp modSldLayout">
        <pc:chgData name="Sandra Klemet-N'guessan" userId="0d19dd2d-6e00-409e-9933-e191f280205d" providerId="ADAL" clId="{00628405-EBB2-413D-A50B-A0A6D8047A58}" dt="2026-07-03T17:20:34.451" v="17"/>
        <pc:sldMasterMkLst>
          <pc:docMk/>
          <pc:sldMasterMk cId="866017996" sldId="2147483648"/>
        </pc:sldMasterMkLst>
        <pc:spChg chg="mod">
          <ac:chgData name="Sandra Klemet-N'guessan" userId="0d19dd2d-6e00-409e-9933-e191f280205d" providerId="ADAL" clId="{00628405-EBB2-413D-A50B-A0A6D8047A58}" dt="2026-07-03T17:20:34.451" v="17"/>
          <ac:spMkLst>
            <pc:docMk/>
            <pc:sldMasterMk cId="866017996" sldId="2147483648"/>
            <ac:spMk id="2" creationId="{BD0314B9-D03D-D503-825B-F580E1DB86D4}"/>
          </ac:spMkLst>
        </pc:spChg>
        <pc:spChg chg="mod">
          <ac:chgData name="Sandra Klemet-N'guessan" userId="0d19dd2d-6e00-409e-9933-e191f280205d" providerId="ADAL" clId="{00628405-EBB2-413D-A50B-A0A6D8047A58}" dt="2026-07-03T17:20:34.451" v="17"/>
          <ac:spMkLst>
            <pc:docMk/>
            <pc:sldMasterMk cId="866017996" sldId="2147483648"/>
            <ac:spMk id="3" creationId="{49728445-86C7-C84D-2578-5820D52F5A23}"/>
          </ac:spMkLst>
        </pc:spChg>
        <pc:spChg chg="mod">
          <ac:chgData name="Sandra Klemet-N'guessan" userId="0d19dd2d-6e00-409e-9933-e191f280205d" providerId="ADAL" clId="{00628405-EBB2-413D-A50B-A0A6D8047A58}" dt="2026-07-03T17:20:34.451" v="17"/>
          <ac:spMkLst>
            <pc:docMk/>
            <pc:sldMasterMk cId="866017996" sldId="2147483648"/>
            <ac:spMk id="4" creationId="{3C8FB5ED-03B8-71BA-F5D6-45C67D6037EE}"/>
          </ac:spMkLst>
        </pc:spChg>
        <pc:spChg chg="mod">
          <ac:chgData name="Sandra Klemet-N'guessan" userId="0d19dd2d-6e00-409e-9933-e191f280205d" providerId="ADAL" clId="{00628405-EBB2-413D-A50B-A0A6D8047A58}" dt="2026-07-03T17:20:34.451" v="17"/>
          <ac:spMkLst>
            <pc:docMk/>
            <pc:sldMasterMk cId="866017996" sldId="2147483648"/>
            <ac:spMk id="5" creationId="{0AD28D5F-6F94-ECD0-2012-343DA75B60DE}"/>
          </ac:spMkLst>
        </pc:spChg>
        <pc:spChg chg="mod">
          <ac:chgData name="Sandra Klemet-N'guessan" userId="0d19dd2d-6e00-409e-9933-e191f280205d" providerId="ADAL" clId="{00628405-EBB2-413D-A50B-A0A6D8047A58}" dt="2026-07-03T17:20:34.451" v="17"/>
          <ac:spMkLst>
            <pc:docMk/>
            <pc:sldMasterMk cId="866017996" sldId="2147483648"/>
            <ac:spMk id="6" creationId="{B94164CF-8695-2914-C8F8-C944775AE3F9}"/>
          </ac:spMkLst>
        </pc:spChg>
        <pc:sldLayoutChg chg="modSp">
          <pc:chgData name="Sandra Klemet-N'guessan" userId="0d19dd2d-6e00-409e-9933-e191f280205d" providerId="ADAL" clId="{00628405-EBB2-413D-A50B-A0A6D8047A58}" dt="2026-07-03T17:20:34.451" v="17"/>
          <pc:sldLayoutMkLst>
            <pc:docMk/>
            <pc:sldMasterMk cId="866017996" sldId="2147483648"/>
            <pc:sldLayoutMk cId="3619859803" sldId="2147483649"/>
          </pc:sldLayoutMkLst>
          <pc:spChg chg="mod">
            <ac:chgData name="Sandra Klemet-N'guessan" userId="0d19dd2d-6e00-409e-9933-e191f280205d" providerId="ADAL" clId="{00628405-EBB2-413D-A50B-A0A6D8047A58}" dt="2026-07-03T17:20:34.451" v="17"/>
            <ac:spMkLst>
              <pc:docMk/>
              <pc:sldMasterMk cId="866017996" sldId="2147483648"/>
              <pc:sldLayoutMk cId="3619859803" sldId="2147483649"/>
              <ac:spMk id="2" creationId="{CDE9E3D5-636E-F77F-7656-6DF3DA4D3EFA}"/>
            </ac:spMkLst>
          </pc:spChg>
          <pc:spChg chg="mod">
            <ac:chgData name="Sandra Klemet-N'guessan" userId="0d19dd2d-6e00-409e-9933-e191f280205d" providerId="ADAL" clId="{00628405-EBB2-413D-A50B-A0A6D8047A58}" dt="2026-07-03T17:20:34.451" v="17"/>
            <ac:spMkLst>
              <pc:docMk/>
              <pc:sldMasterMk cId="866017996" sldId="2147483648"/>
              <pc:sldLayoutMk cId="3619859803" sldId="2147483649"/>
              <ac:spMk id="3" creationId="{D3D27E4F-3A3A-A8F8-1DB6-861BA2B80FB4}"/>
            </ac:spMkLst>
          </pc:spChg>
        </pc:sldLayoutChg>
        <pc:sldLayoutChg chg="modSp">
          <pc:chgData name="Sandra Klemet-N'guessan" userId="0d19dd2d-6e00-409e-9933-e191f280205d" providerId="ADAL" clId="{00628405-EBB2-413D-A50B-A0A6D8047A58}" dt="2026-07-03T17:20:34.451" v="17"/>
          <pc:sldLayoutMkLst>
            <pc:docMk/>
            <pc:sldMasterMk cId="866017996" sldId="2147483648"/>
            <pc:sldLayoutMk cId="514647191" sldId="2147483651"/>
          </pc:sldLayoutMkLst>
          <pc:spChg chg="mod">
            <ac:chgData name="Sandra Klemet-N'guessan" userId="0d19dd2d-6e00-409e-9933-e191f280205d" providerId="ADAL" clId="{00628405-EBB2-413D-A50B-A0A6D8047A58}" dt="2026-07-03T17:20:34.451" v="17"/>
            <ac:spMkLst>
              <pc:docMk/>
              <pc:sldMasterMk cId="866017996" sldId="2147483648"/>
              <pc:sldLayoutMk cId="514647191" sldId="2147483651"/>
              <ac:spMk id="2" creationId="{7A469C69-6DB1-9F09-D2F4-85C3803360D0}"/>
            </ac:spMkLst>
          </pc:spChg>
          <pc:spChg chg="mod">
            <ac:chgData name="Sandra Klemet-N'guessan" userId="0d19dd2d-6e00-409e-9933-e191f280205d" providerId="ADAL" clId="{00628405-EBB2-413D-A50B-A0A6D8047A58}" dt="2026-07-03T17:20:34.451" v="17"/>
            <ac:spMkLst>
              <pc:docMk/>
              <pc:sldMasterMk cId="866017996" sldId="2147483648"/>
              <pc:sldLayoutMk cId="514647191" sldId="2147483651"/>
              <ac:spMk id="3" creationId="{5492CE63-6E67-C324-0715-8D39A0961F91}"/>
            </ac:spMkLst>
          </pc:spChg>
        </pc:sldLayoutChg>
        <pc:sldLayoutChg chg="modSp">
          <pc:chgData name="Sandra Klemet-N'guessan" userId="0d19dd2d-6e00-409e-9933-e191f280205d" providerId="ADAL" clId="{00628405-EBB2-413D-A50B-A0A6D8047A58}" dt="2026-07-03T17:20:34.451" v="17"/>
          <pc:sldLayoutMkLst>
            <pc:docMk/>
            <pc:sldMasterMk cId="866017996" sldId="2147483648"/>
            <pc:sldLayoutMk cId="1562169922" sldId="2147483652"/>
          </pc:sldLayoutMkLst>
          <pc:spChg chg="mod">
            <ac:chgData name="Sandra Klemet-N'guessan" userId="0d19dd2d-6e00-409e-9933-e191f280205d" providerId="ADAL" clId="{00628405-EBB2-413D-A50B-A0A6D8047A58}" dt="2026-07-03T17:20:34.451" v="17"/>
            <ac:spMkLst>
              <pc:docMk/>
              <pc:sldMasterMk cId="866017996" sldId="2147483648"/>
              <pc:sldLayoutMk cId="1562169922" sldId="2147483652"/>
              <ac:spMk id="3" creationId="{18F09AB4-924D-FC0C-6738-E2C31089D167}"/>
            </ac:spMkLst>
          </pc:spChg>
          <pc:spChg chg="mod">
            <ac:chgData name="Sandra Klemet-N'guessan" userId="0d19dd2d-6e00-409e-9933-e191f280205d" providerId="ADAL" clId="{00628405-EBB2-413D-A50B-A0A6D8047A58}" dt="2026-07-03T17:20:34.451" v="17"/>
            <ac:spMkLst>
              <pc:docMk/>
              <pc:sldMasterMk cId="866017996" sldId="2147483648"/>
              <pc:sldLayoutMk cId="1562169922" sldId="2147483652"/>
              <ac:spMk id="4" creationId="{241C0332-6AA2-9C8B-B4BC-4E6BE65C6A84}"/>
            </ac:spMkLst>
          </pc:spChg>
        </pc:sldLayoutChg>
        <pc:sldLayoutChg chg="modSp">
          <pc:chgData name="Sandra Klemet-N'guessan" userId="0d19dd2d-6e00-409e-9933-e191f280205d" providerId="ADAL" clId="{00628405-EBB2-413D-A50B-A0A6D8047A58}" dt="2026-07-03T17:20:34.451" v="17"/>
          <pc:sldLayoutMkLst>
            <pc:docMk/>
            <pc:sldMasterMk cId="866017996" sldId="2147483648"/>
            <pc:sldLayoutMk cId="1264555324" sldId="2147483653"/>
          </pc:sldLayoutMkLst>
          <pc:spChg chg="mod">
            <ac:chgData name="Sandra Klemet-N'guessan" userId="0d19dd2d-6e00-409e-9933-e191f280205d" providerId="ADAL" clId="{00628405-EBB2-413D-A50B-A0A6D8047A58}" dt="2026-07-03T17:20:34.451" v="17"/>
            <ac:spMkLst>
              <pc:docMk/>
              <pc:sldMasterMk cId="866017996" sldId="2147483648"/>
              <pc:sldLayoutMk cId="1264555324" sldId="2147483653"/>
              <ac:spMk id="2" creationId="{483AA97F-E32C-76B0-54E3-243337C3B7F4}"/>
            </ac:spMkLst>
          </pc:spChg>
          <pc:spChg chg="mod">
            <ac:chgData name="Sandra Klemet-N'guessan" userId="0d19dd2d-6e00-409e-9933-e191f280205d" providerId="ADAL" clId="{00628405-EBB2-413D-A50B-A0A6D8047A58}" dt="2026-07-03T17:20:34.451" v="17"/>
            <ac:spMkLst>
              <pc:docMk/>
              <pc:sldMasterMk cId="866017996" sldId="2147483648"/>
              <pc:sldLayoutMk cId="1264555324" sldId="2147483653"/>
              <ac:spMk id="3" creationId="{ECE0A702-3044-E86A-D937-DBDF9D846F64}"/>
            </ac:spMkLst>
          </pc:spChg>
          <pc:spChg chg="mod">
            <ac:chgData name="Sandra Klemet-N'guessan" userId="0d19dd2d-6e00-409e-9933-e191f280205d" providerId="ADAL" clId="{00628405-EBB2-413D-A50B-A0A6D8047A58}" dt="2026-07-03T17:20:34.451" v="17"/>
            <ac:spMkLst>
              <pc:docMk/>
              <pc:sldMasterMk cId="866017996" sldId="2147483648"/>
              <pc:sldLayoutMk cId="1264555324" sldId="2147483653"/>
              <ac:spMk id="4" creationId="{5202280F-9F1F-CDE6-D3D0-CE5A101F386F}"/>
            </ac:spMkLst>
          </pc:spChg>
          <pc:spChg chg="mod">
            <ac:chgData name="Sandra Klemet-N'guessan" userId="0d19dd2d-6e00-409e-9933-e191f280205d" providerId="ADAL" clId="{00628405-EBB2-413D-A50B-A0A6D8047A58}" dt="2026-07-03T17:20:34.451" v="17"/>
            <ac:spMkLst>
              <pc:docMk/>
              <pc:sldMasterMk cId="866017996" sldId="2147483648"/>
              <pc:sldLayoutMk cId="1264555324" sldId="2147483653"/>
              <ac:spMk id="5" creationId="{C8A1D5D9-9710-53FF-1FC7-DF9C725F7E40}"/>
            </ac:spMkLst>
          </pc:spChg>
          <pc:spChg chg="mod">
            <ac:chgData name="Sandra Klemet-N'guessan" userId="0d19dd2d-6e00-409e-9933-e191f280205d" providerId="ADAL" clId="{00628405-EBB2-413D-A50B-A0A6D8047A58}" dt="2026-07-03T17:20:34.451" v="17"/>
            <ac:spMkLst>
              <pc:docMk/>
              <pc:sldMasterMk cId="866017996" sldId="2147483648"/>
              <pc:sldLayoutMk cId="1264555324" sldId="2147483653"/>
              <ac:spMk id="6" creationId="{0CF91BB4-25B2-CE4A-463D-607F8E236A88}"/>
            </ac:spMkLst>
          </pc:spChg>
        </pc:sldLayoutChg>
        <pc:sldLayoutChg chg="modSp">
          <pc:chgData name="Sandra Klemet-N'guessan" userId="0d19dd2d-6e00-409e-9933-e191f280205d" providerId="ADAL" clId="{00628405-EBB2-413D-A50B-A0A6D8047A58}" dt="2026-07-03T17:20:34.451" v="17"/>
          <pc:sldLayoutMkLst>
            <pc:docMk/>
            <pc:sldMasterMk cId="866017996" sldId="2147483648"/>
            <pc:sldLayoutMk cId="4146929391" sldId="2147483656"/>
          </pc:sldLayoutMkLst>
          <pc:spChg chg="mod">
            <ac:chgData name="Sandra Klemet-N'guessan" userId="0d19dd2d-6e00-409e-9933-e191f280205d" providerId="ADAL" clId="{00628405-EBB2-413D-A50B-A0A6D8047A58}" dt="2026-07-03T17:20:34.451" v="17"/>
            <ac:spMkLst>
              <pc:docMk/>
              <pc:sldMasterMk cId="866017996" sldId="2147483648"/>
              <pc:sldLayoutMk cId="4146929391" sldId="2147483656"/>
              <ac:spMk id="2" creationId="{F779CE6E-C321-6A5E-1220-66165CF712AF}"/>
            </ac:spMkLst>
          </pc:spChg>
          <pc:spChg chg="mod">
            <ac:chgData name="Sandra Klemet-N'guessan" userId="0d19dd2d-6e00-409e-9933-e191f280205d" providerId="ADAL" clId="{00628405-EBB2-413D-A50B-A0A6D8047A58}" dt="2026-07-03T17:20:34.451" v="17"/>
            <ac:spMkLst>
              <pc:docMk/>
              <pc:sldMasterMk cId="866017996" sldId="2147483648"/>
              <pc:sldLayoutMk cId="4146929391" sldId="2147483656"/>
              <ac:spMk id="3" creationId="{39AA31BB-42F2-FEB6-49EA-39765F412E85}"/>
            </ac:spMkLst>
          </pc:spChg>
          <pc:spChg chg="mod">
            <ac:chgData name="Sandra Klemet-N'guessan" userId="0d19dd2d-6e00-409e-9933-e191f280205d" providerId="ADAL" clId="{00628405-EBB2-413D-A50B-A0A6D8047A58}" dt="2026-07-03T17:20:34.451" v="17"/>
            <ac:spMkLst>
              <pc:docMk/>
              <pc:sldMasterMk cId="866017996" sldId="2147483648"/>
              <pc:sldLayoutMk cId="4146929391" sldId="2147483656"/>
              <ac:spMk id="4" creationId="{81EB8D1B-C8BC-4F72-3D49-B5B2BD7E0D58}"/>
            </ac:spMkLst>
          </pc:spChg>
        </pc:sldLayoutChg>
        <pc:sldLayoutChg chg="modSp">
          <pc:chgData name="Sandra Klemet-N'guessan" userId="0d19dd2d-6e00-409e-9933-e191f280205d" providerId="ADAL" clId="{00628405-EBB2-413D-A50B-A0A6D8047A58}" dt="2026-07-03T17:20:34.451" v="17"/>
          <pc:sldLayoutMkLst>
            <pc:docMk/>
            <pc:sldMasterMk cId="866017996" sldId="2147483648"/>
            <pc:sldLayoutMk cId="1133989696" sldId="2147483657"/>
          </pc:sldLayoutMkLst>
          <pc:spChg chg="mod">
            <ac:chgData name="Sandra Klemet-N'guessan" userId="0d19dd2d-6e00-409e-9933-e191f280205d" providerId="ADAL" clId="{00628405-EBB2-413D-A50B-A0A6D8047A58}" dt="2026-07-03T17:20:34.451" v="17"/>
            <ac:spMkLst>
              <pc:docMk/>
              <pc:sldMasterMk cId="866017996" sldId="2147483648"/>
              <pc:sldLayoutMk cId="1133989696" sldId="2147483657"/>
              <ac:spMk id="2" creationId="{3190B25E-C4FE-6CB0-7F73-7D229310A9A6}"/>
            </ac:spMkLst>
          </pc:spChg>
          <pc:spChg chg="mod">
            <ac:chgData name="Sandra Klemet-N'guessan" userId="0d19dd2d-6e00-409e-9933-e191f280205d" providerId="ADAL" clId="{00628405-EBB2-413D-A50B-A0A6D8047A58}" dt="2026-07-03T17:20:34.451" v="17"/>
            <ac:spMkLst>
              <pc:docMk/>
              <pc:sldMasterMk cId="866017996" sldId="2147483648"/>
              <pc:sldLayoutMk cId="1133989696" sldId="2147483657"/>
              <ac:spMk id="3" creationId="{51E35243-86A5-2697-5D9D-17CCBB6BB4F7}"/>
            </ac:spMkLst>
          </pc:spChg>
          <pc:spChg chg="mod">
            <ac:chgData name="Sandra Klemet-N'guessan" userId="0d19dd2d-6e00-409e-9933-e191f280205d" providerId="ADAL" clId="{00628405-EBB2-413D-A50B-A0A6D8047A58}" dt="2026-07-03T17:20:34.451" v="17"/>
            <ac:spMkLst>
              <pc:docMk/>
              <pc:sldMasterMk cId="866017996" sldId="2147483648"/>
              <pc:sldLayoutMk cId="1133989696" sldId="2147483657"/>
              <ac:spMk id="4" creationId="{E3C65E8D-6A95-48BE-73C6-55BE283D638A}"/>
            </ac:spMkLst>
          </pc:spChg>
        </pc:sldLayoutChg>
        <pc:sldLayoutChg chg="modSp">
          <pc:chgData name="Sandra Klemet-N'guessan" userId="0d19dd2d-6e00-409e-9933-e191f280205d" providerId="ADAL" clId="{00628405-EBB2-413D-A50B-A0A6D8047A58}" dt="2026-07-03T17:20:34.451" v="17"/>
          <pc:sldLayoutMkLst>
            <pc:docMk/>
            <pc:sldMasterMk cId="866017996" sldId="2147483648"/>
            <pc:sldLayoutMk cId="1190914342" sldId="2147483659"/>
          </pc:sldLayoutMkLst>
          <pc:spChg chg="mod">
            <ac:chgData name="Sandra Klemet-N'guessan" userId="0d19dd2d-6e00-409e-9933-e191f280205d" providerId="ADAL" clId="{00628405-EBB2-413D-A50B-A0A6D8047A58}" dt="2026-07-03T17:20:34.451" v="17"/>
            <ac:spMkLst>
              <pc:docMk/>
              <pc:sldMasterMk cId="866017996" sldId="2147483648"/>
              <pc:sldLayoutMk cId="1190914342" sldId="2147483659"/>
              <ac:spMk id="2" creationId="{BB6F2E9C-B3C6-7F36-A30E-94886587D350}"/>
            </ac:spMkLst>
          </pc:spChg>
          <pc:spChg chg="mod">
            <ac:chgData name="Sandra Klemet-N'guessan" userId="0d19dd2d-6e00-409e-9933-e191f280205d" providerId="ADAL" clId="{00628405-EBB2-413D-A50B-A0A6D8047A58}" dt="2026-07-03T17:20:34.451" v="17"/>
            <ac:spMkLst>
              <pc:docMk/>
              <pc:sldMasterMk cId="866017996" sldId="2147483648"/>
              <pc:sldLayoutMk cId="1190914342" sldId="2147483659"/>
              <ac:spMk id="3" creationId="{1886DD8A-3870-4438-282D-5217B9D26389}"/>
            </ac:spMkLst>
          </pc:spChg>
        </pc:sldLayoutChg>
      </pc:sldMasterChg>
      <pc:sldMasterChg chg="modSp modSldLayout">
        <pc:chgData name="Sandra Klemet-N'guessan" userId="0d19dd2d-6e00-409e-9933-e191f280205d" providerId="ADAL" clId="{00628405-EBB2-413D-A50B-A0A6D8047A58}" dt="2026-07-03T17:20:34.085" v="15"/>
        <pc:sldMasterMkLst>
          <pc:docMk/>
          <pc:sldMasterMk cId="2204515424" sldId="2147483660"/>
        </pc:sldMasterMkLst>
        <pc:spChg chg="mod">
          <ac:chgData name="Sandra Klemet-N'guessan" userId="0d19dd2d-6e00-409e-9933-e191f280205d" providerId="ADAL" clId="{00628405-EBB2-413D-A50B-A0A6D8047A58}" dt="2026-07-03T17:20:34.085" v="15"/>
          <ac:spMkLst>
            <pc:docMk/>
            <pc:sldMasterMk cId="2204515424" sldId="2147483660"/>
            <ac:spMk id="2" creationId="{00000000-0000-0000-0000-000000000000}"/>
          </ac:spMkLst>
        </pc:spChg>
        <pc:spChg chg="mod">
          <ac:chgData name="Sandra Klemet-N'guessan" userId="0d19dd2d-6e00-409e-9933-e191f280205d" providerId="ADAL" clId="{00628405-EBB2-413D-A50B-A0A6D8047A58}" dt="2026-07-03T17:20:34.085" v="15"/>
          <ac:spMkLst>
            <pc:docMk/>
            <pc:sldMasterMk cId="2204515424" sldId="2147483660"/>
            <ac:spMk id="3" creationId="{00000000-0000-0000-0000-000000000000}"/>
          </ac:spMkLst>
        </pc:spChg>
        <pc:spChg chg="mod">
          <ac:chgData name="Sandra Klemet-N'guessan" userId="0d19dd2d-6e00-409e-9933-e191f280205d" providerId="ADAL" clId="{00628405-EBB2-413D-A50B-A0A6D8047A58}" dt="2026-07-03T17:20:34.085" v="15"/>
          <ac:spMkLst>
            <pc:docMk/>
            <pc:sldMasterMk cId="2204515424" sldId="2147483660"/>
            <ac:spMk id="4" creationId="{00000000-0000-0000-0000-000000000000}"/>
          </ac:spMkLst>
        </pc:spChg>
        <pc:spChg chg="mod">
          <ac:chgData name="Sandra Klemet-N'guessan" userId="0d19dd2d-6e00-409e-9933-e191f280205d" providerId="ADAL" clId="{00628405-EBB2-413D-A50B-A0A6D8047A58}" dt="2026-07-03T17:20:34.085" v="15"/>
          <ac:spMkLst>
            <pc:docMk/>
            <pc:sldMasterMk cId="2204515424" sldId="2147483660"/>
            <ac:spMk id="5" creationId="{00000000-0000-0000-0000-000000000000}"/>
          </ac:spMkLst>
        </pc:spChg>
        <pc:spChg chg="mod">
          <ac:chgData name="Sandra Klemet-N'guessan" userId="0d19dd2d-6e00-409e-9933-e191f280205d" providerId="ADAL" clId="{00628405-EBB2-413D-A50B-A0A6D8047A58}" dt="2026-07-03T17:20:34.085" v="15"/>
          <ac:spMkLst>
            <pc:docMk/>
            <pc:sldMasterMk cId="2204515424" sldId="2147483660"/>
            <ac:spMk id="6" creationId="{00000000-0000-0000-0000-000000000000}"/>
          </ac:spMkLst>
        </pc:spChg>
        <pc:sldLayoutChg chg="modSp">
          <pc:chgData name="Sandra Klemet-N'guessan" userId="0d19dd2d-6e00-409e-9933-e191f280205d" providerId="ADAL" clId="{00628405-EBB2-413D-A50B-A0A6D8047A58}" dt="2026-07-03T17:20:34.085" v="15"/>
          <pc:sldLayoutMkLst>
            <pc:docMk/>
            <pc:sldMasterMk cId="2204515424" sldId="2147483660"/>
            <pc:sldLayoutMk cId="2611617817" sldId="2147483661"/>
          </pc:sldLayoutMkLst>
          <pc:spChg chg="mod">
            <ac:chgData name="Sandra Klemet-N'guessan" userId="0d19dd2d-6e00-409e-9933-e191f280205d" providerId="ADAL" clId="{00628405-EBB2-413D-A50B-A0A6D8047A58}" dt="2026-07-03T17:20:34.085" v="15"/>
            <ac:spMkLst>
              <pc:docMk/>
              <pc:sldMasterMk cId="2204515424" sldId="2147483660"/>
              <pc:sldLayoutMk cId="2611617817" sldId="2147483661"/>
              <ac:spMk id="2" creationId="{00000000-0000-0000-0000-000000000000}"/>
            </ac:spMkLst>
          </pc:spChg>
          <pc:spChg chg="mod">
            <ac:chgData name="Sandra Klemet-N'guessan" userId="0d19dd2d-6e00-409e-9933-e191f280205d" providerId="ADAL" clId="{00628405-EBB2-413D-A50B-A0A6D8047A58}" dt="2026-07-03T17:20:34.085" v="15"/>
            <ac:spMkLst>
              <pc:docMk/>
              <pc:sldMasterMk cId="2204515424" sldId="2147483660"/>
              <pc:sldLayoutMk cId="2611617817" sldId="2147483661"/>
              <ac:spMk id="3" creationId="{00000000-0000-0000-0000-000000000000}"/>
            </ac:spMkLst>
          </pc:spChg>
        </pc:sldLayoutChg>
        <pc:sldLayoutChg chg="modSp">
          <pc:chgData name="Sandra Klemet-N'guessan" userId="0d19dd2d-6e00-409e-9933-e191f280205d" providerId="ADAL" clId="{00628405-EBB2-413D-A50B-A0A6D8047A58}" dt="2026-07-03T17:20:34.085" v="15"/>
          <pc:sldLayoutMkLst>
            <pc:docMk/>
            <pc:sldMasterMk cId="2204515424" sldId="2147483660"/>
            <pc:sldLayoutMk cId="2852746213" sldId="2147483663"/>
          </pc:sldLayoutMkLst>
          <pc:spChg chg="mod">
            <ac:chgData name="Sandra Klemet-N'guessan" userId="0d19dd2d-6e00-409e-9933-e191f280205d" providerId="ADAL" clId="{00628405-EBB2-413D-A50B-A0A6D8047A58}" dt="2026-07-03T17:20:34.085" v="15"/>
            <ac:spMkLst>
              <pc:docMk/>
              <pc:sldMasterMk cId="2204515424" sldId="2147483660"/>
              <pc:sldLayoutMk cId="2852746213" sldId="2147483663"/>
              <ac:spMk id="2" creationId="{00000000-0000-0000-0000-000000000000}"/>
            </ac:spMkLst>
          </pc:spChg>
          <pc:spChg chg="mod">
            <ac:chgData name="Sandra Klemet-N'guessan" userId="0d19dd2d-6e00-409e-9933-e191f280205d" providerId="ADAL" clId="{00628405-EBB2-413D-A50B-A0A6D8047A58}" dt="2026-07-03T17:20:34.085" v="15"/>
            <ac:spMkLst>
              <pc:docMk/>
              <pc:sldMasterMk cId="2204515424" sldId="2147483660"/>
              <pc:sldLayoutMk cId="2852746213" sldId="2147483663"/>
              <ac:spMk id="3" creationId="{00000000-0000-0000-0000-000000000000}"/>
            </ac:spMkLst>
          </pc:spChg>
        </pc:sldLayoutChg>
        <pc:sldLayoutChg chg="modSp">
          <pc:chgData name="Sandra Klemet-N'guessan" userId="0d19dd2d-6e00-409e-9933-e191f280205d" providerId="ADAL" clId="{00628405-EBB2-413D-A50B-A0A6D8047A58}" dt="2026-07-03T17:20:34.085" v="15"/>
          <pc:sldLayoutMkLst>
            <pc:docMk/>
            <pc:sldMasterMk cId="2204515424" sldId="2147483660"/>
            <pc:sldLayoutMk cId="2439437859" sldId="2147483664"/>
          </pc:sldLayoutMkLst>
          <pc:spChg chg="mod">
            <ac:chgData name="Sandra Klemet-N'guessan" userId="0d19dd2d-6e00-409e-9933-e191f280205d" providerId="ADAL" clId="{00628405-EBB2-413D-A50B-A0A6D8047A58}" dt="2026-07-03T17:20:34.085" v="15"/>
            <ac:spMkLst>
              <pc:docMk/>
              <pc:sldMasterMk cId="2204515424" sldId="2147483660"/>
              <pc:sldLayoutMk cId="2439437859" sldId="2147483664"/>
              <ac:spMk id="3" creationId="{00000000-0000-0000-0000-000000000000}"/>
            </ac:spMkLst>
          </pc:spChg>
          <pc:spChg chg="mod">
            <ac:chgData name="Sandra Klemet-N'guessan" userId="0d19dd2d-6e00-409e-9933-e191f280205d" providerId="ADAL" clId="{00628405-EBB2-413D-A50B-A0A6D8047A58}" dt="2026-07-03T17:20:34.085" v="15"/>
            <ac:spMkLst>
              <pc:docMk/>
              <pc:sldMasterMk cId="2204515424" sldId="2147483660"/>
              <pc:sldLayoutMk cId="2439437859" sldId="2147483664"/>
              <ac:spMk id="4" creationId="{00000000-0000-0000-0000-000000000000}"/>
            </ac:spMkLst>
          </pc:spChg>
        </pc:sldLayoutChg>
        <pc:sldLayoutChg chg="modSp">
          <pc:chgData name="Sandra Klemet-N'guessan" userId="0d19dd2d-6e00-409e-9933-e191f280205d" providerId="ADAL" clId="{00628405-EBB2-413D-A50B-A0A6D8047A58}" dt="2026-07-03T17:20:34.085" v="15"/>
          <pc:sldLayoutMkLst>
            <pc:docMk/>
            <pc:sldMasterMk cId="2204515424" sldId="2147483660"/>
            <pc:sldLayoutMk cId="2030949539" sldId="2147483665"/>
          </pc:sldLayoutMkLst>
          <pc:spChg chg="mod">
            <ac:chgData name="Sandra Klemet-N'guessan" userId="0d19dd2d-6e00-409e-9933-e191f280205d" providerId="ADAL" clId="{00628405-EBB2-413D-A50B-A0A6D8047A58}" dt="2026-07-03T17:20:34.085" v="15"/>
            <ac:spMkLst>
              <pc:docMk/>
              <pc:sldMasterMk cId="2204515424" sldId="2147483660"/>
              <pc:sldLayoutMk cId="2030949539" sldId="2147483665"/>
              <ac:spMk id="2" creationId="{00000000-0000-0000-0000-000000000000}"/>
            </ac:spMkLst>
          </pc:spChg>
          <pc:spChg chg="mod">
            <ac:chgData name="Sandra Klemet-N'guessan" userId="0d19dd2d-6e00-409e-9933-e191f280205d" providerId="ADAL" clId="{00628405-EBB2-413D-A50B-A0A6D8047A58}" dt="2026-07-03T17:20:34.085" v="15"/>
            <ac:spMkLst>
              <pc:docMk/>
              <pc:sldMasterMk cId="2204515424" sldId="2147483660"/>
              <pc:sldLayoutMk cId="2030949539" sldId="2147483665"/>
              <ac:spMk id="3" creationId="{00000000-0000-0000-0000-000000000000}"/>
            </ac:spMkLst>
          </pc:spChg>
          <pc:spChg chg="mod">
            <ac:chgData name="Sandra Klemet-N'guessan" userId="0d19dd2d-6e00-409e-9933-e191f280205d" providerId="ADAL" clId="{00628405-EBB2-413D-A50B-A0A6D8047A58}" dt="2026-07-03T17:20:34.085" v="15"/>
            <ac:spMkLst>
              <pc:docMk/>
              <pc:sldMasterMk cId="2204515424" sldId="2147483660"/>
              <pc:sldLayoutMk cId="2030949539" sldId="2147483665"/>
              <ac:spMk id="4" creationId="{00000000-0000-0000-0000-000000000000}"/>
            </ac:spMkLst>
          </pc:spChg>
          <pc:spChg chg="mod">
            <ac:chgData name="Sandra Klemet-N'guessan" userId="0d19dd2d-6e00-409e-9933-e191f280205d" providerId="ADAL" clId="{00628405-EBB2-413D-A50B-A0A6D8047A58}" dt="2026-07-03T17:20:34.085" v="15"/>
            <ac:spMkLst>
              <pc:docMk/>
              <pc:sldMasterMk cId="2204515424" sldId="2147483660"/>
              <pc:sldLayoutMk cId="2030949539" sldId="2147483665"/>
              <ac:spMk id="5" creationId="{00000000-0000-0000-0000-000000000000}"/>
            </ac:spMkLst>
          </pc:spChg>
          <pc:spChg chg="mod">
            <ac:chgData name="Sandra Klemet-N'guessan" userId="0d19dd2d-6e00-409e-9933-e191f280205d" providerId="ADAL" clId="{00628405-EBB2-413D-A50B-A0A6D8047A58}" dt="2026-07-03T17:20:34.085" v="15"/>
            <ac:spMkLst>
              <pc:docMk/>
              <pc:sldMasterMk cId="2204515424" sldId="2147483660"/>
              <pc:sldLayoutMk cId="2030949539" sldId="2147483665"/>
              <ac:spMk id="6" creationId="{00000000-0000-0000-0000-000000000000}"/>
            </ac:spMkLst>
          </pc:spChg>
        </pc:sldLayoutChg>
        <pc:sldLayoutChg chg="modSp">
          <pc:chgData name="Sandra Klemet-N'guessan" userId="0d19dd2d-6e00-409e-9933-e191f280205d" providerId="ADAL" clId="{00628405-EBB2-413D-A50B-A0A6D8047A58}" dt="2026-07-03T17:20:34.085" v="15"/>
          <pc:sldLayoutMkLst>
            <pc:docMk/>
            <pc:sldMasterMk cId="2204515424" sldId="2147483660"/>
            <pc:sldLayoutMk cId="2528945154" sldId="2147483668"/>
          </pc:sldLayoutMkLst>
          <pc:spChg chg="mod">
            <ac:chgData name="Sandra Klemet-N'guessan" userId="0d19dd2d-6e00-409e-9933-e191f280205d" providerId="ADAL" clId="{00628405-EBB2-413D-A50B-A0A6D8047A58}" dt="2026-07-03T17:20:34.085" v="15"/>
            <ac:spMkLst>
              <pc:docMk/>
              <pc:sldMasterMk cId="2204515424" sldId="2147483660"/>
              <pc:sldLayoutMk cId="2528945154" sldId="2147483668"/>
              <ac:spMk id="2" creationId="{00000000-0000-0000-0000-000000000000}"/>
            </ac:spMkLst>
          </pc:spChg>
          <pc:spChg chg="mod">
            <ac:chgData name="Sandra Klemet-N'guessan" userId="0d19dd2d-6e00-409e-9933-e191f280205d" providerId="ADAL" clId="{00628405-EBB2-413D-A50B-A0A6D8047A58}" dt="2026-07-03T17:20:34.085" v="15"/>
            <ac:spMkLst>
              <pc:docMk/>
              <pc:sldMasterMk cId="2204515424" sldId="2147483660"/>
              <pc:sldLayoutMk cId="2528945154" sldId="2147483668"/>
              <ac:spMk id="3" creationId="{00000000-0000-0000-0000-000000000000}"/>
            </ac:spMkLst>
          </pc:spChg>
          <pc:spChg chg="mod">
            <ac:chgData name="Sandra Klemet-N'guessan" userId="0d19dd2d-6e00-409e-9933-e191f280205d" providerId="ADAL" clId="{00628405-EBB2-413D-A50B-A0A6D8047A58}" dt="2026-07-03T17:20:34.085" v="15"/>
            <ac:spMkLst>
              <pc:docMk/>
              <pc:sldMasterMk cId="2204515424" sldId="2147483660"/>
              <pc:sldLayoutMk cId="2528945154" sldId="2147483668"/>
              <ac:spMk id="4" creationId="{00000000-0000-0000-0000-000000000000}"/>
            </ac:spMkLst>
          </pc:spChg>
        </pc:sldLayoutChg>
        <pc:sldLayoutChg chg="modSp">
          <pc:chgData name="Sandra Klemet-N'guessan" userId="0d19dd2d-6e00-409e-9933-e191f280205d" providerId="ADAL" clId="{00628405-EBB2-413D-A50B-A0A6D8047A58}" dt="2026-07-03T17:20:34.085" v="15"/>
          <pc:sldLayoutMkLst>
            <pc:docMk/>
            <pc:sldMasterMk cId="2204515424" sldId="2147483660"/>
            <pc:sldLayoutMk cId="2219515076" sldId="2147483669"/>
          </pc:sldLayoutMkLst>
          <pc:spChg chg="mod">
            <ac:chgData name="Sandra Klemet-N'guessan" userId="0d19dd2d-6e00-409e-9933-e191f280205d" providerId="ADAL" clId="{00628405-EBB2-413D-A50B-A0A6D8047A58}" dt="2026-07-03T17:20:34.085" v="15"/>
            <ac:spMkLst>
              <pc:docMk/>
              <pc:sldMasterMk cId="2204515424" sldId="2147483660"/>
              <pc:sldLayoutMk cId="2219515076" sldId="2147483669"/>
              <ac:spMk id="2" creationId="{00000000-0000-0000-0000-000000000000}"/>
            </ac:spMkLst>
          </pc:spChg>
          <pc:spChg chg="mod">
            <ac:chgData name="Sandra Klemet-N'guessan" userId="0d19dd2d-6e00-409e-9933-e191f280205d" providerId="ADAL" clId="{00628405-EBB2-413D-A50B-A0A6D8047A58}" dt="2026-07-03T17:20:34.085" v="15"/>
            <ac:spMkLst>
              <pc:docMk/>
              <pc:sldMasterMk cId="2204515424" sldId="2147483660"/>
              <pc:sldLayoutMk cId="2219515076" sldId="2147483669"/>
              <ac:spMk id="3" creationId="{00000000-0000-0000-0000-000000000000}"/>
            </ac:spMkLst>
          </pc:spChg>
          <pc:spChg chg="mod">
            <ac:chgData name="Sandra Klemet-N'guessan" userId="0d19dd2d-6e00-409e-9933-e191f280205d" providerId="ADAL" clId="{00628405-EBB2-413D-A50B-A0A6D8047A58}" dt="2026-07-03T17:20:34.085" v="15"/>
            <ac:spMkLst>
              <pc:docMk/>
              <pc:sldMasterMk cId="2204515424" sldId="2147483660"/>
              <pc:sldLayoutMk cId="2219515076" sldId="2147483669"/>
              <ac:spMk id="4" creationId="{00000000-0000-0000-0000-000000000000}"/>
            </ac:spMkLst>
          </pc:spChg>
        </pc:sldLayoutChg>
        <pc:sldLayoutChg chg="modSp">
          <pc:chgData name="Sandra Klemet-N'guessan" userId="0d19dd2d-6e00-409e-9933-e191f280205d" providerId="ADAL" clId="{00628405-EBB2-413D-A50B-A0A6D8047A58}" dt="2026-07-03T17:20:34.085" v="15"/>
          <pc:sldLayoutMkLst>
            <pc:docMk/>
            <pc:sldMasterMk cId="2204515424" sldId="2147483660"/>
            <pc:sldLayoutMk cId="3707401372" sldId="2147483671"/>
          </pc:sldLayoutMkLst>
          <pc:spChg chg="mod">
            <ac:chgData name="Sandra Klemet-N'guessan" userId="0d19dd2d-6e00-409e-9933-e191f280205d" providerId="ADAL" clId="{00628405-EBB2-413D-A50B-A0A6D8047A58}" dt="2026-07-03T17:20:34.085" v="15"/>
            <ac:spMkLst>
              <pc:docMk/>
              <pc:sldMasterMk cId="2204515424" sldId="2147483660"/>
              <pc:sldLayoutMk cId="3707401372" sldId="2147483671"/>
              <ac:spMk id="2" creationId="{00000000-0000-0000-0000-000000000000}"/>
            </ac:spMkLst>
          </pc:spChg>
          <pc:spChg chg="mod">
            <ac:chgData name="Sandra Klemet-N'guessan" userId="0d19dd2d-6e00-409e-9933-e191f280205d" providerId="ADAL" clId="{00628405-EBB2-413D-A50B-A0A6D8047A58}" dt="2026-07-03T17:20:34.085" v="15"/>
            <ac:spMkLst>
              <pc:docMk/>
              <pc:sldMasterMk cId="2204515424" sldId="2147483660"/>
              <pc:sldLayoutMk cId="3707401372" sldId="2147483671"/>
              <ac:spMk id="3" creationId="{00000000-0000-0000-0000-000000000000}"/>
            </ac:spMkLst>
          </pc:spChg>
        </pc:sldLayoutChg>
      </pc:sldMasterChg>
      <pc:sldMasterChg chg="modSp modSldLayout">
        <pc:chgData name="Sandra Klemet-N'guessan" userId="0d19dd2d-6e00-409e-9933-e191f280205d" providerId="ADAL" clId="{00628405-EBB2-413D-A50B-A0A6D8047A58}" dt="2026-07-03T17:20:33.696" v="14"/>
        <pc:sldMasterMkLst>
          <pc:docMk/>
          <pc:sldMasterMk cId="4175302195" sldId="2147483672"/>
        </pc:sldMasterMkLst>
        <pc:spChg chg="mod">
          <ac:chgData name="Sandra Klemet-N'guessan" userId="0d19dd2d-6e00-409e-9933-e191f280205d" providerId="ADAL" clId="{00628405-EBB2-413D-A50B-A0A6D8047A58}" dt="2026-07-03T17:20:33.696" v="14"/>
          <ac:spMkLst>
            <pc:docMk/>
            <pc:sldMasterMk cId="4175302195" sldId="2147483672"/>
            <ac:spMk id="2" creationId="{00000000-0000-0000-0000-000000000000}"/>
          </ac:spMkLst>
        </pc:spChg>
        <pc:spChg chg="mod">
          <ac:chgData name="Sandra Klemet-N'guessan" userId="0d19dd2d-6e00-409e-9933-e191f280205d" providerId="ADAL" clId="{00628405-EBB2-413D-A50B-A0A6D8047A58}" dt="2026-07-03T17:20:33.696" v="14"/>
          <ac:spMkLst>
            <pc:docMk/>
            <pc:sldMasterMk cId="4175302195" sldId="2147483672"/>
            <ac:spMk id="3" creationId="{00000000-0000-0000-0000-000000000000}"/>
          </ac:spMkLst>
        </pc:spChg>
        <pc:spChg chg="mod">
          <ac:chgData name="Sandra Klemet-N'guessan" userId="0d19dd2d-6e00-409e-9933-e191f280205d" providerId="ADAL" clId="{00628405-EBB2-413D-A50B-A0A6D8047A58}" dt="2026-07-03T17:20:33.696" v="14"/>
          <ac:spMkLst>
            <pc:docMk/>
            <pc:sldMasterMk cId="4175302195" sldId="2147483672"/>
            <ac:spMk id="4" creationId="{00000000-0000-0000-0000-000000000000}"/>
          </ac:spMkLst>
        </pc:spChg>
        <pc:spChg chg="mod">
          <ac:chgData name="Sandra Klemet-N'guessan" userId="0d19dd2d-6e00-409e-9933-e191f280205d" providerId="ADAL" clId="{00628405-EBB2-413D-A50B-A0A6D8047A58}" dt="2026-07-03T17:20:33.696" v="14"/>
          <ac:spMkLst>
            <pc:docMk/>
            <pc:sldMasterMk cId="4175302195" sldId="2147483672"/>
            <ac:spMk id="5" creationId="{00000000-0000-0000-0000-000000000000}"/>
          </ac:spMkLst>
        </pc:spChg>
        <pc:spChg chg="mod">
          <ac:chgData name="Sandra Klemet-N'guessan" userId="0d19dd2d-6e00-409e-9933-e191f280205d" providerId="ADAL" clId="{00628405-EBB2-413D-A50B-A0A6D8047A58}" dt="2026-07-03T17:20:33.696" v="14"/>
          <ac:spMkLst>
            <pc:docMk/>
            <pc:sldMasterMk cId="4175302195" sldId="2147483672"/>
            <ac:spMk id="6" creationId="{00000000-0000-0000-0000-000000000000}"/>
          </ac:spMkLst>
        </pc:spChg>
        <pc:sldLayoutChg chg="modSp">
          <pc:chgData name="Sandra Klemet-N'guessan" userId="0d19dd2d-6e00-409e-9933-e191f280205d" providerId="ADAL" clId="{00628405-EBB2-413D-A50B-A0A6D8047A58}" dt="2026-07-03T17:20:33.696" v="14"/>
          <pc:sldLayoutMkLst>
            <pc:docMk/>
            <pc:sldMasterMk cId="4175302195" sldId="2147483672"/>
            <pc:sldLayoutMk cId="3232305276" sldId="2147483673"/>
          </pc:sldLayoutMkLst>
          <pc:spChg chg="mod">
            <ac:chgData name="Sandra Klemet-N'guessan" userId="0d19dd2d-6e00-409e-9933-e191f280205d" providerId="ADAL" clId="{00628405-EBB2-413D-A50B-A0A6D8047A58}" dt="2026-07-03T17:20:33.696" v="14"/>
            <ac:spMkLst>
              <pc:docMk/>
              <pc:sldMasterMk cId="4175302195" sldId="2147483672"/>
              <pc:sldLayoutMk cId="3232305276" sldId="2147483673"/>
              <ac:spMk id="2" creationId="{00000000-0000-0000-0000-000000000000}"/>
            </ac:spMkLst>
          </pc:spChg>
          <pc:spChg chg="mod">
            <ac:chgData name="Sandra Klemet-N'guessan" userId="0d19dd2d-6e00-409e-9933-e191f280205d" providerId="ADAL" clId="{00628405-EBB2-413D-A50B-A0A6D8047A58}" dt="2026-07-03T17:20:33.696" v="14"/>
            <ac:spMkLst>
              <pc:docMk/>
              <pc:sldMasterMk cId="4175302195" sldId="2147483672"/>
              <pc:sldLayoutMk cId="3232305276" sldId="2147483673"/>
              <ac:spMk id="3" creationId="{00000000-0000-0000-0000-000000000000}"/>
            </ac:spMkLst>
          </pc:spChg>
        </pc:sldLayoutChg>
        <pc:sldLayoutChg chg="modSp">
          <pc:chgData name="Sandra Klemet-N'guessan" userId="0d19dd2d-6e00-409e-9933-e191f280205d" providerId="ADAL" clId="{00628405-EBB2-413D-A50B-A0A6D8047A58}" dt="2026-07-03T17:20:33.696" v="14"/>
          <pc:sldLayoutMkLst>
            <pc:docMk/>
            <pc:sldMasterMk cId="4175302195" sldId="2147483672"/>
            <pc:sldLayoutMk cId="2370025169" sldId="2147483675"/>
          </pc:sldLayoutMkLst>
          <pc:spChg chg="mod">
            <ac:chgData name="Sandra Klemet-N'guessan" userId="0d19dd2d-6e00-409e-9933-e191f280205d" providerId="ADAL" clId="{00628405-EBB2-413D-A50B-A0A6D8047A58}" dt="2026-07-03T17:20:33.696" v="14"/>
            <ac:spMkLst>
              <pc:docMk/>
              <pc:sldMasterMk cId="4175302195" sldId="2147483672"/>
              <pc:sldLayoutMk cId="2370025169" sldId="2147483675"/>
              <ac:spMk id="2" creationId="{00000000-0000-0000-0000-000000000000}"/>
            </ac:spMkLst>
          </pc:spChg>
          <pc:spChg chg="mod">
            <ac:chgData name="Sandra Klemet-N'guessan" userId="0d19dd2d-6e00-409e-9933-e191f280205d" providerId="ADAL" clId="{00628405-EBB2-413D-A50B-A0A6D8047A58}" dt="2026-07-03T17:20:33.696" v="14"/>
            <ac:spMkLst>
              <pc:docMk/>
              <pc:sldMasterMk cId="4175302195" sldId="2147483672"/>
              <pc:sldLayoutMk cId="2370025169" sldId="2147483675"/>
              <ac:spMk id="3" creationId="{00000000-0000-0000-0000-000000000000}"/>
            </ac:spMkLst>
          </pc:spChg>
        </pc:sldLayoutChg>
        <pc:sldLayoutChg chg="modSp">
          <pc:chgData name="Sandra Klemet-N'guessan" userId="0d19dd2d-6e00-409e-9933-e191f280205d" providerId="ADAL" clId="{00628405-EBB2-413D-A50B-A0A6D8047A58}" dt="2026-07-03T17:20:33.696" v="14"/>
          <pc:sldLayoutMkLst>
            <pc:docMk/>
            <pc:sldMasterMk cId="4175302195" sldId="2147483672"/>
            <pc:sldLayoutMk cId="781761901" sldId="2147483676"/>
          </pc:sldLayoutMkLst>
          <pc:spChg chg="mod">
            <ac:chgData name="Sandra Klemet-N'guessan" userId="0d19dd2d-6e00-409e-9933-e191f280205d" providerId="ADAL" clId="{00628405-EBB2-413D-A50B-A0A6D8047A58}" dt="2026-07-03T17:20:33.696" v="14"/>
            <ac:spMkLst>
              <pc:docMk/>
              <pc:sldMasterMk cId="4175302195" sldId="2147483672"/>
              <pc:sldLayoutMk cId="781761901" sldId="2147483676"/>
              <ac:spMk id="3" creationId="{00000000-0000-0000-0000-000000000000}"/>
            </ac:spMkLst>
          </pc:spChg>
          <pc:spChg chg="mod">
            <ac:chgData name="Sandra Klemet-N'guessan" userId="0d19dd2d-6e00-409e-9933-e191f280205d" providerId="ADAL" clId="{00628405-EBB2-413D-A50B-A0A6D8047A58}" dt="2026-07-03T17:20:33.696" v="14"/>
            <ac:spMkLst>
              <pc:docMk/>
              <pc:sldMasterMk cId="4175302195" sldId="2147483672"/>
              <pc:sldLayoutMk cId="781761901" sldId="2147483676"/>
              <ac:spMk id="4" creationId="{00000000-0000-0000-0000-000000000000}"/>
            </ac:spMkLst>
          </pc:spChg>
        </pc:sldLayoutChg>
        <pc:sldLayoutChg chg="modSp">
          <pc:chgData name="Sandra Klemet-N'guessan" userId="0d19dd2d-6e00-409e-9933-e191f280205d" providerId="ADAL" clId="{00628405-EBB2-413D-A50B-A0A6D8047A58}" dt="2026-07-03T17:20:33.696" v="14"/>
          <pc:sldLayoutMkLst>
            <pc:docMk/>
            <pc:sldMasterMk cId="4175302195" sldId="2147483672"/>
            <pc:sldLayoutMk cId="1205436650" sldId="2147483677"/>
          </pc:sldLayoutMkLst>
          <pc:spChg chg="mod">
            <ac:chgData name="Sandra Klemet-N'guessan" userId="0d19dd2d-6e00-409e-9933-e191f280205d" providerId="ADAL" clId="{00628405-EBB2-413D-A50B-A0A6D8047A58}" dt="2026-07-03T17:20:33.696" v="14"/>
            <ac:spMkLst>
              <pc:docMk/>
              <pc:sldMasterMk cId="4175302195" sldId="2147483672"/>
              <pc:sldLayoutMk cId="1205436650" sldId="2147483677"/>
              <ac:spMk id="2" creationId="{00000000-0000-0000-0000-000000000000}"/>
            </ac:spMkLst>
          </pc:spChg>
          <pc:spChg chg="mod">
            <ac:chgData name="Sandra Klemet-N'guessan" userId="0d19dd2d-6e00-409e-9933-e191f280205d" providerId="ADAL" clId="{00628405-EBB2-413D-A50B-A0A6D8047A58}" dt="2026-07-03T17:20:33.696" v="14"/>
            <ac:spMkLst>
              <pc:docMk/>
              <pc:sldMasterMk cId="4175302195" sldId="2147483672"/>
              <pc:sldLayoutMk cId="1205436650" sldId="2147483677"/>
              <ac:spMk id="3" creationId="{00000000-0000-0000-0000-000000000000}"/>
            </ac:spMkLst>
          </pc:spChg>
          <pc:spChg chg="mod">
            <ac:chgData name="Sandra Klemet-N'guessan" userId="0d19dd2d-6e00-409e-9933-e191f280205d" providerId="ADAL" clId="{00628405-EBB2-413D-A50B-A0A6D8047A58}" dt="2026-07-03T17:20:33.696" v="14"/>
            <ac:spMkLst>
              <pc:docMk/>
              <pc:sldMasterMk cId="4175302195" sldId="2147483672"/>
              <pc:sldLayoutMk cId="1205436650" sldId="2147483677"/>
              <ac:spMk id="4" creationId="{00000000-0000-0000-0000-000000000000}"/>
            </ac:spMkLst>
          </pc:spChg>
          <pc:spChg chg="mod">
            <ac:chgData name="Sandra Klemet-N'guessan" userId="0d19dd2d-6e00-409e-9933-e191f280205d" providerId="ADAL" clId="{00628405-EBB2-413D-A50B-A0A6D8047A58}" dt="2026-07-03T17:20:33.696" v="14"/>
            <ac:spMkLst>
              <pc:docMk/>
              <pc:sldMasterMk cId="4175302195" sldId="2147483672"/>
              <pc:sldLayoutMk cId="1205436650" sldId="2147483677"/>
              <ac:spMk id="5" creationId="{00000000-0000-0000-0000-000000000000}"/>
            </ac:spMkLst>
          </pc:spChg>
          <pc:spChg chg="mod">
            <ac:chgData name="Sandra Klemet-N'guessan" userId="0d19dd2d-6e00-409e-9933-e191f280205d" providerId="ADAL" clId="{00628405-EBB2-413D-A50B-A0A6D8047A58}" dt="2026-07-03T17:20:33.696" v="14"/>
            <ac:spMkLst>
              <pc:docMk/>
              <pc:sldMasterMk cId="4175302195" sldId="2147483672"/>
              <pc:sldLayoutMk cId="1205436650" sldId="2147483677"/>
              <ac:spMk id="6" creationId="{00000000-0000-0000-0000-000000000000}"/>
            </ac:spMkLst>
          </pc:spChg>
        </pc:sldLayoutChg>
        <pc:sldLayoutChg chg="modSp">
          <pc:chgData name="Sandra Klemet-N'guessan" userId="0d19dd2d-6e00-409e-9933-e191f280205d" providerId="ADAL" clId="{00628405-EBB2-413D-A50B-A0A6D8047A58}" dt="2026-07-03T17:20:33.696" v="14"/>
          <pc:sldLayoutMkLst>
            <pc:docMk/>
            <pc:sldMasterMk cId="4175302195" sldId="2147483672"/>
            <pc:sldLayoutMk cId="1049730461" sldId="2147483680"/>
          </pc:sldLayoutMkLst>
          <pc:spChg chg="mod">
            <ac:chgData name="Sandra Klemet-N'guessan" userId="0d19dd2d-6e00-409e-9933-e191f280205d" providerId="ADAL" clId="{00628405-EBB2-413D-A50B-A0A6D8047A58}" dt="2026-07-03T17:20:33.696" v="14"/>
            <ac:spMkLst>
              <pc:docMk/>
              <pc:sldMasterMk cId="4175302195" sldId="2147483672"/>
              <pc:sldLayoutMk cId="1049730461" sldId="2147483680"/>
              <ac:spMk id="2" creationId="{00000000-0000-0000-0000-000000000000}"/>
            </ac:spMkLst>
          </pc:spChg>
          <pc:spChg chg="mod">
            <ac:chgData name="Sandra Klemet-N'guessan" userId="0d19dd2d-6e00-409e-9933-e191f280205d" providerId="ADAL" clId="{00628405-EBB2-413D-A50B-A0A6D8047A58}" dt="2026-07-03T17:20:33.696" v="14"/>
            <ac:spMkLst>
              <pc:docMk/>
              <pc:sldMasterMk cId="4175302195" sldId="2147483672"/>
              <pc:sldLayoutMk cId="1049730461" sldId="2147483680"/>
              <ac:spMk id="3" creationId="{00000000-0000-0000-0000-000000000000}"/>
            </ac:spMkLst>
          </pc:spChg>
          <pc:spChg chg="mod">
            <ac:chgData name="Sandra Klemet-N'guessan" userId="0d19dd2d-6e00-409e-9933-e191f280205d" providerId="ADAL" clId="{00628405-EBB2-413D-A50B-A0A6D8047A58}" dt="2026-07-03T17:20:33.696" v="14"/>
            <ac:spMkLst>
              <pc:docMk/>
              <pc:sldMasterMk cId="4175302195" sldId="2147483672"/>
              <pc:sldLayoutMk cId="1049730461" sldId="2147483680"/>
              <ac:spMk id="4" creationId="{00000000-0000-0000-0000-000000000000}"/>
            </ac:spMkLst>
          </pc:spChg>
        </pc:sldLayoutChg>
        <pc:sldLayoutChg chg="modSp">
          <pc:chgData name="Sandra Klemet-N'guessan" userId="0d19dd2d-6e00-409e-9933-e191f280205d" providerId="ADAL" clId="{00628405-EBB2-413D-A50B-A0A6D8047A58}" dt="2026-07-03T17:20:33.696" v="14"/>
          <pc:sldLayoutMkLst>
            <pc:docMk/>
            <pc:sldMasterMk cId="4175302195" sldId="2147483672"/>
            <pc:sldLayoutMk cId="2425480713" sldId="2147483681"/>
          </pc:sldLayoutMkLst>
          <pc:spChg chg="mod">
            <ac:chgData name="Sandra Klemet-N'guessan" userId="0d19dd2d-6e00-409e-9933-e191f280205d" providerId="ADAL" clId="{00628405-EBB2-413D-A50B-A0A6D8047A58}" dt="2026-07-03T17:20:33.696" v="14"/>
            <ac:spMkLst>
              <pc:docMk/>
              <pc:sldMasterMk cId="4175302195" sldId="2147483672"/>
              <pc:sldLayoutMk cId="2425480713" sldId="2147483681"/>
              <ac:spMk id="2" creationId="{00000000-0000-0000-0000-000000000000}"/>
            </ac:spMkLst>
          </pc:spChg>
          <pc:spChg chg="mod">
            <ac:chgData name="Sandra Klemet-N'guessan" userId="0d19dd2d-6e00-409e-9933-e191f280205d" providerId="ADAL" clId="{00628405-EBB2-413D-A50B-A0A6D8047A58}" dt="2026-07-03T17:20:33.696" v="14"/>
            <ac:spMkLst>
              <pc:docMk/>
              <pc:sldMasterMk cId="4175302195" sldId="2147483672"/>
              <pc:sldLayoutMk cId="2425480713" sldId="2147483681"/>
              <ac:spMk id="3" creationId="{00000000-0000-0000-0000-000000000000}"/>
            </ac:spMkLst>
          </pc:spChg>
          <pc:spChg chg="mod">
            <ac:chgData name="Sandra Klemet-N'guessan" userId="0d19dd2d-6e00-409e-9933-e191f280205d" providerId="ADAL" clId="{00628405-EBB2-413D-A50B-A0A6D8047A58}" dt="2026-07-03T17:20:33.696" v="14"/>
            <ac:spMkLst>
              <pc:docMk/>
              <pc:sldMasterMk cId="4175302195" sldId="2147483672"/>
              <pc:sldLayoutMk cId="2425480713" sldId="2147483681"/>
              <ac:spMk id="4" creationId="{00000000-0000-0000-0000-000000000000}"/>
            </ac:spMkLst>
          </pc:spChg>
        </pc:sldLayoutChg>
        <pc:sldLayoutChg chg="modSp">
          <pc:chgData name="Sandra Klemet-N'guessan" userId="0d19dd2d-6e00-409e-9933-e191f280205d" providerId="ADAL" clId="{00628405-EBB2-413D-A50B-A0A6D8047A58}" dt="2026-07-03T17:20:33.696" v="14"/>
          <pc:sldLayoutMkLst>
            <pc:docMk/>
            <pc:sldMasterMk cId="4175302195" sldId="2147483672"/>
            <pc:sldLayoutMk cId="2334107888" sldId="2147483683"/>
          </pc:sldLayoutMkLst>
          <pc:spChg chg="mod">
            <ac:chgData name="Sandra Klemet-N'guessan" userId="0d19dd2d-6e00-409e-9933-e191f280205d" providerId="ADAL" clId="{00628405-EBB2-413D-A50B-A0A6D8047A58}" dt="2026-07-03T17:20:33.696" v="14"/>
            <ac:spMkLst>
              <pc:docMk/>
              <pc:sldMasterMk cId="4175302195" sldId="2147483672"/>
              <pc:sldLayoutMk cId="2334107888" sldId="2147483683"/>
              <ac:spMk id="2" creationId="{00000000-0000-0000-0000-000000000000}"/>
            </ac:spMkLst>
          </pc:spChg>
          <pc:spChg chg="mod">
            <ac:chgData name="Sandra Klemet-N'guessan" userId="0d19dd2d-6e00-409e-9933-e191f280205d" providerId="ADAL" clId="{00628405-EBB2-413D-A50B-A0A6D8047A58}" dt="2026-07-03T17:20:33.696" v="14"/>
            <ac:spMkLst>
              <pc:docMk/>
              <pc:sldMasterMk cId="4175302195" sldId="2147483672"/>
              <pc:sldLayoutMk cId="2334107888" sldId="2147483683"/>
              <ac:spMk id="3" creationId="{00000000-0000-0000-0000-000000000000}"/>
            </ac:spMkLst>
          </pc:spChg>
        </pc:sldLayoutChg>
      </pc:sldMasterChg>
    </pc:docChg>
  </pc:docChgLst>
</pc:chgInfo>
</file>

<file path=ppt/comments/modernComment_102_335BE03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3ACC545-49E3-4E11-BA41-8FECE263F76A}" authorId="{300BD291-8104-3863-A481-23F2CF4DA489}" created="2025-12-15T13:27:04.178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861659189" sldId="258"/>
      <ac:spMk id="19" creationId="{77D5AE27-B84C-2864-B30D-4357A95CC969}"/>
      <ac:txMk cp="0" len="1">
        <ac:context len="35" hash="139112319"/>
      </ac:txMk>
    </ac:txMkLst>
    <p188:pos x="1225037" y="228142"/>
    <p188:replyLst>
      <p188:reply id="{73C5FB51-5CCB-403F-99C8-3DD0D210A63D}" authorId="{300BD291-8104-3863-A481-23F2CF4DA489}" created="2025-12-15T16:52:43.275">
        <p188:txBody>
          <a:bodyPr/>
          <a:lstStyle/>
          <a:p>
            <a:r>
              <a:rPr lang="en-CA"/>
              <a:t>Internal nutrient load: abiotic processes + bioturbation (remobilization of nutrients from sediments) and excreted/egested translocated</a:t>
            </a:r>
          </a:p>
        </p188:txBody>
      </p188:reply>
    </p188:replyLst>
    <p188:txBody>
      <a:bodyPr/>
      <a:lstStyle/>
      <a:p>
        <a:r>
          <a:rPr lang="en-CA"/>
          <a:t>Internal nutrient pools: sediments + biomass</a:t>
        </a:r>
      </a:p>
    </p188:txBody>
  </p188:cm>
  <p188:cm id="{39EA9851-B82F-439A-9494-B3917ACEA77F}" authorId="{300BD291-8104-3863-A481-23F2CF4DA489}" created="2025-12-15T16:59:31.927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861659189" sldId="258"/>
      <ac:spMk id="3" creationId="{B5F3289C-90D8-354D-7392-F0DCC6D16809}"/>
      <ac:txMk cp="0" len="43">
        <ac:context len="44" hash="4155551532"/>
      </ac:txMk>
    </ac:txMkLst>
    <p188:pos x="2819817" y="273602"/>
    <p188:txBody>
      <a:bodyPr/>
      <a:lstStyle/>
      <a:p>
        <a:r>
          <a:rPr lang="en-CA"/>
          <a:t>Processes governing lake nutrient retention</a:t>
        </a:r>
      </a:p>
    </p188:txBody>
  </p188:cm>
  <p188:cm id="{CFD67AB6-F448-49F2-9073-04D9180E1036}" authorId="{300BD291-8104-3863-A481-23F2CF4DA489}" created="2025-12-15T17:04:07.98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861659189" sldId="258"/>
      <ac:spMk id="10" creationId="{011FB80E-45E7-82EF-E95A-2D8696B6E968}"/>
    </ac:deMkLst>
    <p188:txBody>
      <a:bodyPr/>
      <a:lstStyle/>
      <a:p>
        <a:r>
          <a:rPr lang="en-CA"/>
          <a:t>Pool size + residence time</a:t>
        </a:r>
      </a:p>
    </p188:txBody>
  </p188:cm>
</p188:cmLst>
</file>

<file path=ppt/comments/modernComment_104_9C52468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FBBBF75-9A97-4475-9E6D-3AEC77932F4B}" authorId="{300BD291-8104-3863-A481-23F2CF4DA489}" created="2025-12-15T13:27:04.178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622637710" sldId="260"/>
      <ac:spMk id="19" creationId="{3D65ABC0-C8ED-7ECA-20E0-A78395953AB8}"/>
      <ac:txMk cp="0" len="1">
        <ac:context len="35" hash="139112319"/>
      </ac:txMk>
    </ac:txMkLst>
    <p188:pos x="1225037" y="228142"/>
    <p188:replyLst>
      <p188:reply id="{73C5FB51-5CCB-403F-99C8-3DD0D210A63D}" authorId="{300BD291-8104-3863-A481-23F2CF4DA489}" created="2025-12-15T16:52:43.275">
        <p188:txBody>
          <a:bodyPr/>
          <a:lstStyle/>
          <a:p>
            <a:r>
              <a:rPr lang="en-CA"/>
              <a:t>Internal nutrient load: abiotic processes + bioturbation (remobilization of nutrients from sediments) and excreted/egested translocated</a:t>
            </a:r>
          </a:p>
        </p188:txBody>
      </p188:reply>
    </p188:replyLst>
    <p188:txBody>
      <a:bodyPr/>
      <a:lstStyle/>
      <a:p>
        <a:r>
          <a:rPr lang="en-CA"/>
          <a:t>Internal nutrient pools: sediments + biomass</a:t>
        </a:r>
      </a:p>
    </p188:txBody>
  </p188:cm>
  <p188:cm id="{62FBBDC6-22C1-4BB4-B365-4DA619734571}" authorId="{300BD291-8104-3863-A481-23F2CF4DA489}" created="2025-12-15T16:59:31.927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622637710" sldId="260"/>
      <ac:spMk id="3" creationId="{0656ED09-B86F-DC05-950C-C108AA23434C}"/>
      <ac:txMk cp="0" len="43">
        <ac:context len="44" hash="4155551532"/>
      </ac:txMk>
    </ac:txMkLst>
    <p188:pos x="2819817" y="273602"/>
    <p188:txBody>
      <a:bodyPr/>
      <a:lstStyle/>
      <a:p>
        <a:r>
          <a:rPr lang="en-CA"/>
          <a:t>Processes governing lake nutrient retention</a:t>
        </a:r>
      </a:p>
    </p188:txBody>
  </p188:cm>
  <p188:cm id="{3A0B1BA3-F887-4386-B0A5-FF4D6088D584}" authorId="{300BD291-8104-3863-A481-23F2CF4DA489}" created="2025-12-15T17:04:07.98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622637710" sldId="260"/>
      <ac:spMk id="10" creationId="{27AA275E-7548-40EC-F343-BB463A922952}"/>
    </ac:deMkLst>
    <p188:txBody>
      <a:bodyPr/>
      <a:lstStyle/>
      <a:p>
        <a:r>
          <a:rPr lang="en-CA"/>
          <a:t>Pool size + residence time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5DB300-8F4B-45C4-B9E9-804130C34BE9}" type="datetimeFigureOut">
              <a:rPr lang="en-CA" smtClean="0"/>
              <a:t>2026-07-03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77863" y="1143000"/>
            <a:ext cx="55022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F0A2B5-3D7E-4D4C-8F5F-A99178208DE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34081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593241" rtl="0" eaLnBrk="1" latinLnBrk="0" hangingPunct="1">
      <a:defRPr sz="779" kern="1200">
        <a:solidFill>
          <a:schemeClr val="tx1"/>
        </a:solidFill>
        <a:latin typeface="+mn-lt"/>
        <a:ea typeface="+mn-ea"/>
        <a:cs typeface="+mn-cs"/>
      </a:defRPr>
    </a:lvl1pPr>
    <a:lvl2pPr marL="296620" algn="l" defTabSz="593241" rtl="0" eaLnBrk="1" latinLnBrk="0" hangingPunct="1">
      <a:defRPr sz="779" kern="1200">
        <a:solidFill>
          <a:schemeClr val="tx1"/>
        </a:solidFill>
        <a:latin typeface="+mn-lt"/>
        <a:ea typeface="+mn-ea"/>
        <a:cs typeface="+mn-cs"/>
      </a:defRPr>
    </a:lvl2pPr>
    <a:lvl3pPr marL="593241" algn="l" defTabSz="593241" rtl="0" eaLnBrk="1" latinLnBrk="0" hangingPunct="1">
      <a:defRPr sz="779" kern="1200">
        <a:solidFill>
          <a:schemeClr val="tx1"/>
        </a:solidFill>
        <a:latin typeface="+mn-lt"/>
        <a:ea typeface="+mn-ea"/>
        <a:cs typeface="+mn-cs"/>
      </a:defRPr>
    </a:lvl3pPr>
    <a:lvl4pPr marL="889861" algn="l" defTabSz="593241" rtl="0" eaLnBrk="1" latinLnBrk="0" hangingPunct="1">
      <a:defRPr sz="779" kern="1200">
        <a:solidFill>
          <a:schemeClr val="tx1"/>
        </a:solidFill>
        <a:latin typeface="+mn-lt"/>
        <a:ea typeface="+mn-ea"/>
        <a:cs typeface="+mn-cs"/>
      </a:defRPr>
    </a:lvl4pPr>
    <a:lvl5pPr marL="1186482" algn="l" defTabSz="593241" rtl="0" eaLnBrk="1" latinLnBrk="0" hangingPunct="1">
      <a:defRPr sz="779" kern="1200">
        <a:solidFill>
          <a:schemeClr val="tx1"/>
        </a:solidFill>
        <a:latin typeface="+mn-lt"/>
        <a:ea typeface="+mn-ea"/>
        <a:cs typeface="+mn-cs"/>
      </a:defRPr>
    </a:lvl5pPr>
    <a:lvl6pPr marL="1483102" algn="l" defTabSz="593241" rtl="0" eaLnBrk="1" latinLnBrk="0" hangingPunct="1">
      <a:defRPr sz="779" kern="1200">
        <a:solidFill>
          <a:schemeClr val="tx1"/>
        </a:solidFill>
        <a:latin typeface="+mn-lt"/>
        <a:ea typeface="+mn-ea"/>
        <a:cs typeface="+mn-cs"/>
      </a:defRPr>
    </a:lvl6pPr>
    <a:lvl7pPr marL="1779722" algn="l" defTabSz="593241" rtl="0" eaLnBrk="1" latinLnBrk="0" hangingPunct="1">
      <a:defRPr sz="779" kern="1200">
        <a:solidFill>
          <a:schemeClr val="tx1"/>
        </a:solidFill>
        <a:latin typeface="+mn-lt"/>
        <a:ea typeface="+mn-ea"/>
        <a:cs typeface="+mn-cs"/>
      </a:defRPr>
    </a:lvl7pPr>
    <a:lvl8pPr marL="2076342" algn="l" defTabSz="593241" rtl="0" eaLnBrk="1" latinLnBrk="0" hangingPunct="1">
      <a:defRPr sz="779" kern="1200">
        <a:solidFill>
          <a:schemeClr val="tx1"/>
        </a:solidFill>
        <a:latin typeface="+mn-lt"/>
        <a:ea typeface="+mn-ea"/>
        <a:cs typeface="+mn-cs"/>
      </a:defRPr>
    </a:lvl8pPr>
    <a:lvl9pPr marL="2372964" algn="l" defTabSz="593241" rtl="0" eaLnBrk="1" latinLnBrk="0" hangingPunct="1">
      <a:defRPr sz="77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77863" y="1143000"/>
            <a:ext cx="55022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Food web load term:  Nutrient load uptake – (nutrient ingestion by animal - (egestion + metabolism + nutrient storage (pool or sink) + excretion) =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F0A2B5-3D7E-4D4C-8F5F-A99178208DEC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01791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77863" y="1143000"/>
            <a:ext cx="55022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Bocaniov</a:t>
            </a:r>
            <a:r>
              <a:rPr lang="en-US" dirty="0"/>
              <a:t>, Li et al, Wu et al for magnitude of arrows</a:t>
            </a:r>
          </a:p>
          <a:p>
            <a:endParaRPr lang="en-US" dirty="0"/>
          </a:p>
          <a:p>
            <a:r>
              <a:rPr lang="en-US" dirty="0"/>
              <a:t>External loads alone do not determine nutrient availability to primary producers; animal-mediated internal fluxes redistribute nutrients between pools and partially offset losses, thereby sustaining primary production.</a:t>
            </a:r>
          </a:p>
          <a:p>
            <a:endParaRPr lang="en-US" dirty="0"/>
          </a:p>
          <a:p>
            <a:r>
              <a:rPr lang="en-US" dirty="0"/>
              <a:t>the </a:t>
            </a:r>
            <a:r>
              <a:rPr lang="en-US" i="1" dirty="0"/>
              <a:t>effective nutrient supply experienced by primary producers exceeds the external load</a:t>
            </a:r>
            <a:r>
              <a:rPr lang="en-US" dirty="0"/>
              <a:t> because internally recycled P supplements external inputs.</a:t>
            </a:r>
          </a:p>
          <a:p>
            <a:endParaRPr lang="en-CA" dirty="0"/>
          </a:p>
          <a:p>
            <a:r>
              <a:rPr lang="en-CA" dirty="0"/>
              <a:t>Increased recycling → higher primary production,</a:t>
            </a:r>
          </a:p>
          <a:p>
            <a:r>
              <a:rPr lang="en-CA" dirty="0"/>
              <a:t>Higher production → greater consumer biomass,</a:t>
            </a:r>
          </a:p>
          <a:p>
            <a:r>
              <a:rPr lang="en-CA" dirty="0"/>
              <a:t>Greater consumer biomass → higher absolute excretion rates,</a:t>
            </a:r>
          </a:p>
          <a:p>
            <a:r>
              <a:rPr lang="en-CA" dirty="0"/>
              <a:t>Which further elevates </a:t>
            </a:r>
            <a:r>
              <a:rPr lang="en-CA" b="1" dirty="0"/>
              <a:t>internal nutrient availability</a:t>
            </a:r>
          </a:p>
          <a:p>
            <a:endParaRPr lang="en-CA" b="1" dirty="0"/>
          </a:p>
          <a:p>
            <a:r>
              <a:rPr lang="en-US" dirty="0"/>
              <a:t>External loads set the </a:t>
            </a:r>
            <a:r>
              <a:rPr lang="en-US" i="1" dirty="0"/>
              <a:t>initial boundary condition</a:t>
            </a:r>
            <a:r>
              <a:rPr lang="en-US" dirty="0"/>
              <a:t>, but internal cycling determines how long and how intensively those nutrients remain biologically available before they are permanently buried, exported, or otherwise rendered unavailable.</a:t>
            </a:r>
          </a:p>
          <a:p>
            <a:r>
              <a:rPr lang="en-US" dirty="0"/>
              <a:t>Framing this as “re-investing a portion of the inputs” is appropriate: nutrients that are mineralized or excreted return to the bioavailable pool and can support additional rounds of primary production without any new external inputs.</a:t>
            </a:r>
            <a:endParaRPr lang="en-CA" b="1" dirty="0"/>
          </a:p>
          <a:p>
            <a:endParaRPr lang="en-CA" dirty="0"/>
          </a:p>
          <a:p>
            <a:r>
              <a:rPr lang="en-US" dirty="0"/>
              <a:t>Thus, even though only 1 percent of the original external load is being recycled at this particular step, its </a:t>
            </a:r>
            <a:r>
              <a:rPr lang="en-US" b="1" dirty="0"/>
              <a:t>functional importance is disproportionate</a:t>
            </a:r>
            <a:r>
              <a:rPr lang="en-US" dirty="0"/>
              <a:t>, because that same 100 MTA can support multiple production–consumption cycles over time.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F0A2B5-3D7E-4D4C-8F5F-A99178208DEC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735421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24A93-9361-EC00-A49B-06BD1FA7C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1D4B48-4E69-00EC-8B12-DCA7724A47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77863" y="1143000"/>
            <a:ext cx="550227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8319F4-E787-BC35-BFB1-CCD93BD84B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Bocaniov</a:t>
            </a:r>
            <a:r>
              <a:rPr lang="en-US" dirty="0"/>
              <a:t>, Li et al, Xu et al for magnitude of arrows</a:t>
            </a:r>
          </a:p>
          <a:p>
            <a:endParaRPr lang="en-US" dirty="0"/>
          </a:p>
          <a:p>
            <a:r>
              <a:rPr lang="en-US" dirty="0"/>
              <a:t>External loads alone do not determine nutrient availability to primary producers; animal-mediated internal fluxes redistribute nutrients between pools and partially offset losses, thereby sustaining primary production.</a:t>
            </a:r>
          </a:p>
          <a:p>
            <a:endParaRPr lang="en-US" dirty="0"/>
          </a:p>
          <a:p>
            <a:r>
              <a:rPr lang="en-US" dirty="0"/>
              <a:t>the </a:t>
            </a:r>
            <a:r>
              <a:rPr lang="en-US" i="1" dirty="0"/>
              <a:t>effective nutrient supply experienced by primary producers exceeds the external load</a:t>
            </a:r>
            <a:r>
              <a:rPr lang="en-US" dirty="0"/>
              <a:t> because internally recycled P supplements external inputs.</a:t>
            </a:r>
          </a:p>
          <a:p>
            <a:endParaRPr lang="en-CA" dirty="0"/>
          </a:p>
          <a:p>
            <a:r>
              <a:rPr lang="en-CA" dirty="0"/>
              <a:t>Increased recycling → higher primary production,</a:t>
            </a:r>
          </a:p>
          <a:p>
            <a:r>
              <a:rPr lang="en-CA" dirty="0"/>
              <a:t>Higher production → greater consumer biomass,</a:t>
            </a:r>
          </a:p>
          <a:p>
            <a:r>
              <a:rPr lang="en-CA" dirty="0"/>
              <a:t>Greater consumer biomass → higher absolute excretion rates,</a:t>
            </a:r>
          </a:p>
          <a:p>
            <a:r>
              <a:rPr lang="en-CA" dirty="0"/>
              <a:t>Which further elevates </a:t>
            </a:r>
            <a:r>
              <a:rPr lang="en-CA" b="1" dirty="0"/>
              <a:t>internal nutrient availability</a:t>
            </a:r>
          </a:p>
          <a:p>
            <a:endParaRPr lang="en-CA" b="1" dirty="0"/>
          </a:p>
          <a:p>
            <a:r>
              <a:rPr lang="en-US" dirty="0"/>
              <a:t>External loads set the </a:t>
            </a:r>
            <a:r>
              <a:rPr lang="en-US" i="1" dirty="0"/>
              <a:t>initial boundary condition</a:t>
            </a:r>
            <a:r>
              <a:rPr lang="en-US" dirty="0"/>
              <a:t>, but internal cycling determines how long and how intensively those nutrients remain biologically available before they are permanently buried, exported, or otherwise rendered unavailable.</a:t>
            </a:r>
          </a:p>
          <a:p>
            <a:r>
              <a:rPr lang="en-US" dirty="0"/>
              <a:t>Framing this as “re-investing a portion of the inputs” is appropriate: nutrients that are mineralized or excreted return to the bioavailable pool and can support additional rounds of primary production without any new external inputs.</a:t>
            </a:r>
            <a:endParaRPr lang="en-CA" b="1" dirty="0"/>
          </a:p>
          <a:p>
            <a:endParaRPr lang="en-CA" dirty="0"/>
          </a:p>
          <a:p>
            <a:r>
              <a:rPr lang="en-US" dirty="0"/>
              <a:t>Thus, even though only 1 percent of the original external load is being recycled at this particular step, its </a:t>
            </a:r>
            <a:r>
              <a:rPr lang="en-US" b="1" dirty="0"/>
              <a:t>functional importance is disproportionate</a:t>
            </a:r>
            <a:r>
              <a:rPr lang="en-US" dirty="0"/>
              <a:t>, because that same 100 MTA can support multiple production–consumption cycles over time.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163795-2ECA-18E1-DE4F-4760BC04E6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F0A2B5-3D7E-4D4C-8F5F-A99178208DEC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732668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90005" y="726938"/>
            <a:ext cx="5940029" cy="1546413"/>
          </a:xfrm>
        </p:spPr>
        <p:txBody>
          <a:bodyPr anchor="b"/>
          <a:lstStyle>
            <a:lvl1pPr algn="ctr">
              <a:defRPr sz="388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90005" y="2332986"/>
            <a:ext cx="5940029" cy="1072413"/>
          </a:xfrm>
        </p:spPr>
        <p:txBody>
          <a:bodyPr/>
          <a:lstStyle>
            <a:lvl1pPr marL="0" indent="0" algn="ctr">
              <a:buNone/>
              <a:defRPr sz="1554"/>
            </a:lvl1pPr>
            <a:lvl2pPr marL="296128" indent="0" algn="ctr">
              <a:buNone/>
              <a:defRPr sz="1295"/>
            </a:lvl2pPr>
            <a:lvl3pPr marL="592257" indent="0" algn="ctr">
              <a:buNone/>
              <a:defRPr sz="1166"/>
            </a:lvl3pPr>
            <a:lvl4pPr marL="888385" indent="0" algn="ctr">
              <a:buNone/>
              <a:defRPr sz="1036"/>
            </a:lvl4pPr>
            <a:lvl5pPr marL="1184514" indent="0" algn="ctr">
              <a:buNone/>
              <a:defRPr sz="1036"/>
            </a:lvl5pPr>
            <a:lvl6pPr marL="1480642" indent="0" algn="ctr">
              <a:buNone/>
              <a:defRPr sz="1036"/>
            </a:lvl6pPr>
            <a:lvl7pPr marL="1776771" indent="0" algn="ctr">
              <a:buNone/>
              <a:defRPr sz="1036"/>
            </a:lvl7pPr>
            <a:lvl8pPr marL="2072899" indent="0" algn="ctr">
              <a:buNone/>
              <a:defRPr sz="1036"/>
            </a:lvl8pPr>
            <a:lvl9pPr marL="2369028" indent="0" algn="ctr">
              <a:buNone/>
              <a:defRPr sz="103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5F53F-C4AC-4A87-8144-5C7323FA25C7}" type="datetimeFigureOut">
              <a:rPr lang="en-CA" smtClean="0"/>
              <a:t>2026-07-03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62F41-F3F9-45F4-8B38-CC7D1563EED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61287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5F53F-C4AC-4A87-8144-5C7323FA25C7}" type="datetimeFigureOut">
              <a:rPr lang="en-CA" smtClean="0"/>
              <a:t>2026-07-03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62F41-F3F9-45F4-8B38-CC7D1563EED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13738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0377" y="1107373"/>
            <a:ext cx="6831033" cy="1847675"/>
          </a:xfrm>
        </p:spPr>
        <p:txBody>
          <a:bodyPr anchor="b"/>
          <a:lstStyle>
            <a:lvl1pPr>
              <a:defRPr sz="388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0377" y="2972527"/>
            <a:ext cx="6831033" cy="971649"/>
          </a:xfrm>
        </p:spPr>
        <p:txBody>
          <a:bodyPr/>
          <a:lstStyle>
            <a:lvl1pPr marL="0" indent="0">
              <a:buNone/>
              <a:defRPr sz="1554">
                <a:solidFill>
                  <a:schemeClr val="tx1">
                    <a:tint val="82000"/>
                  </a:schemeClr>
                </a:solidFill>
              </a:defRPr>
            </a:lvl1pPr>
            <a:lvl2pPr marL="296128" indent="0">
              <a:buNone/>
              <a:defRPr sz="1295">
                <a:solidFill>
                  <a:schemeClr val="tx1">
                    <a:tint val="82000"/>
                  </a:schemeClr>
                </a:solidFill>
              </a:defRPr>
            </a:lvl2pPr>
            <a:lvl3pPr marL="592257" indent="0">
              <a:buNone/>
              <a:defRPr sz="1166">
                <a:solidFill>
                  <a:schemeClr val="tx1">
                    <a:tint val="82000"/>
                  </a:schemeClr>
                </a:solidFill>
              </a:defRPr>
            </a:lvl3pPr>
            <a:lvl4pPr marL="888385" indent="0">
              <a:buNone/>
              <a:defRPr sz="1036">
                <a:solidFill>
                  <a:schemeClr val="tx1">
                    <a:tint val="82000"/>
                  </a:schemeClr>
                </a:solidFill>
              </a:defRPr>
            </a:lvl4pPr>
            <a:lvl5pPr marL="1184514" indent="0">
              <a:buNone/>
              <a:defRPr sz="1036">
                <a:solidFill>
                  <a:schemeClr val="tx1">
                    <a:tint val="82000"/>
                  </a:schemeClr>
                </a:solidFill>
              </a:defRPr>
            </a:lvl5pPr>
            <a:lvl6pPr marL="1480642" indent="0">
              <a:buNone/>
              <a:defRPr sz="1036">
                <a:solidFill>
                  <a:schemeClr val="tx1">
                    <a:tint val="82000"/>
                  </a:schemeClr>
                </a:solidFill>
              </a:defRPr>
            </a:lvl6pPr>
            <a:lvl7pPr marL="1776771" indent="0">
              <a:buNone/>
              <a:defRPr sz="1036">
                <a:solidFill>
                  <a:schemeClr val="tx1">
                    <a:tint val="82000"/>
                  </a:schemeClr>
                </a:solidFill>
              </a:defRPr>
            </a:lvl7pPr>
            <a:lvl8pPr marL="2072899" indent="0">
              <a:buNone/>
              <a:defRPr sz="1036">
                <a:solidFill>
                  <a:schemeClr val="tx1">
                    <a:tint val="82000"/>
                  </a:schemeClr>
                </a:solidFill>
              </a:defRPr>
            </a:lvl8pPr>
            <a:lvl9pPr marL="2369028" indent="0">
              <a:buNone/>
              <a:defRPr sz="103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5F53F-C4AC-4A87-8144-5C7323FA25C7}" type="datetimeFigureOut">
              <a:rPr lang="en-CA" smtClean="0"/>
              <a:t>2026-07-03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62F41-F3F9-45F4-8B38-CC7D1563EED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5621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4503" y="1182430"/>
            <a:ext cx="3366016" cy="28182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09519" y="1182430"/>
            <a:ext cx="3366016" cy="28182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5F53F-C4AC-4A87-8144-5C7323FA25C7}" type="datetimeFigureOut">
              <a:rPr lang="en-CA" smtClean="0"/>
              <a:t>2026-07-03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62F41-F3F9-45F4-8B38-CC7D1563EED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4192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5534" y="236486"/>
            <a:ext cx="6831033" cy="8585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5535" y="1088864"/>
            <a:ext cx="3350547" cy="533636"/>
          </a:xfrm>
        </p:spPr>
        <p:txBody>
          <a:bodyPr anchor="b"/>
          <a:lstStyle>
            <a:lvl1pPr marL="0" indent="0">
              <a:buNone/>
              <a:defRPr sz="1554" b="1"/>
            </a:lvl1pPr>
            <a:lvl2pPr marL="296128" indent="0">
              <a:buNone/>
              <a:defRPr sz="1295" b="1"/>
            </a:lvl2pPr>
            <a:lvl3pPr marL="592257" indent="0">
              <a:buNone/>
              <a:defRPr sz="1166" b="1"/>
            </a:lvl3pPr>
            <a:lvl4pPr marL="888385" indent="0">
              <a:buNone/>
              <a:defRPr sz="1036" b="1"/>
            </a:lvl4pPr>
            <a:lvl5pPr marL="1184514" indent="0">
              <a:buNone/>
              <a:defRPr sz="1036" b="1"/>
            </a:lvl5pPr>
            <a:lvl6pPr marL="1480642" indent="0">
              <a:buNone/>
              <a:defRPr sz="1036" b="1"/>
            </a:lvl6pPr>
            <a:lvl7pPr marL="1776771" indent="0">
              <a:buNone/>
              <a:defRPr sz="1036" b="1"/>
            </a:lvl7pPr>
            <a:lvl8pPr marL="2072899" indent="0">
              <a:buNone/>
              <a:defRPr sz="1036" b="1"/>
            </a:lvl8pPr>
            <a:lvl9pPr marL="2369028" indent="0">
              <a:buNone/>
              <a:defRPr sz="103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5535" y="1622500"/>
            <a:ext cx="3350547" cy="23864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009519" y="1088864"/>
            <a:ext cx="3367048" cy="533636"/>
          </a:xfrm>
        </p:spPr>
        <p:txBody>
          <a:bodyPr anchor="b"/>
          <a:lstStyle>
            <a:lvl1pPr marL="0" indent="0">
              <a:buNone/>
              <a:defRPr sz="1554" b="1"/>
            </a:lvl1pPr>
            <a:lvl2pPr marL="296128" indent="0">
              <a:buNone/>
              <a:defRPr sz="1295" b="1"/>
            </a:lvl2pPr>
            <a:lvl3pPr marL="592257" indent="0">
              <a:buNone/>
              <a:defRPr sz="1166" b="1"/>
            </a:lvl3pPr>
            <a:lvl4pPr marL="888385" indent="0">
              <a:buNone/>
              <a:defRPr sz="1036" b="1"/>
            </a:lvl4pPr>
            <a:lvl5pPr marL="1184514" indent="0">
              <a:buNone/>
              <a:defRPr sz="1036" b="1"/>
            </a:lvl5pPr>
            <a:lvl6pPr marL="1480642" indent="0">
              <a:buNone/>
              <a:defRPr sz="1036" b="1"/>
            </a:lvl6pPr>
            <a:lvl7pPr marL="1776771" indent="0">
              <a:buNone/>
              <a:defRPr sz="1036" b="1"/>
            </a:lvl7pPr>
            <a:lvl8pPr marL="2072899" indent="0">
              <a:buNone/>
              <a:defRPr sz="1036" b="1"/>
            </a:lvl8pPr>
            <a:lvl9pPr marL="2369028" indent="0">
              <a:buNone/>
              <a:defRPr sz="103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009519" y="1622500"/>
            <a:ext cx="3367048" cy="23864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5F53F-C4AC-4A87-8144-5C7323FA25C7}" type="datetimeFigureOut">
              <a:rPr lang="en-CA" smtClean="0"/>
              <a:t>2026-07-03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62F41-F3F9-45F4-8B38-CC7D1563EED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48110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5F53F-C4AC-4A87-8144-5C7323FA25C7}" type="datetimeFigureOut">
              <a:rPr lang="en-CA" smtClean="0"/>
              <a:t>2026-07-03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62F41-F3F9-45F4-8B38-CC7D1563EED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93314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5F53F-C4AC-4A87-8144-5C7323FA25C7}" type="datetimeFigureOut">
              <a:rPr lang="en-CA" smtClean="0"/>
              <a:t>2026-07-03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62F41-F3F9-45F4-8B38-CC7D1563EED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48285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5535" y="296122"/>
            <a:ext cx="2554418" cy="1036426"/>
          </a:xfrm>
        </p:spPr>
        <p:txBody>
          <a:bodyPr anchor="b"/>
          <a:lstStyle>
            <a:lvl1pPr>
              <a:defRPr sz="207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67048" y="639541"/>
            <a:ext cx="4009519" cy="3156575"/>
          </a:xfrm>
        </p:spPr>
        <p:txBody>
          <a:bodyPr/>
          <a:lstStyle>
            <a:lvl1pPr>
              <a:defRPr sz="2073"/>
            </a:lvl1pPr>
            <a:lvl2pPr>
              <a:defRPr sz="1814"/>
            </a:lvl2pPr>
            <a:lvl3pPr>
              <a:defRPr sz="1554"/>
            </a:lvl3pPr>
            <a:lvl4pPr>
              <a:defRPr sz="1295"/>
            </a:lvl4pPr>
            <a:lvl5pPr>
              <a:defRPr sz="1295"/>
            </a:lvl5pPr>
            <a:lvl6pPr>
              <a:defRPr sz="1295"/>
            </a:lvl6pPr>
            <a:lvl7pPr>
              <a:defRPr sz="1295"/>
            </a:lvl7pPr>
            <a:lvl8pPr>
              <a:defRPr sz="1295"/>
            </a:lvl8pPr>
            <a:lvl9pPr>
              <a:defRPr sz="129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5535" y="1332548"/>
            <a:ext cx="2554418" cy="2468709"/>
          </a:xfrm>
        </p:spPr>
        <p:txBody>
          <a:bodyPr/>
          <a:lstStyle>
            <a:lvl1pPr marL="0" indent="0">
              <a:buNone/>
              <a:defRPr sz="1036"/>
            </a:lvl1pPr>
            <a:lvl2pPr marL="296128" indent="0">
              <a:buNone/>
              <a:defRPr sz="907"/>
            </a:lvl2pPr>
            <a:lvl3pPr marL="592257" indent="0">
              <a:buNone/>
              <a:defRPr sz="777"/>
            </a:lvl3pPr>
            <a:lvl4pPr marL="888385" indent="0">
              <a:buNone/>
              <a:defRPr sz="648"/>
            </a:lvl4pPr>
            <a:lvl5pPr marL="1184514" indent="0">
              <a:buNone/>
              <a:defRPr sz="648"/>
            </a:lvl5pPr>
            <a:lvl6pPr marL="1480642" indent="0">
              <a:buNone/>
              <a:defRPr sz="648"/>
            </a:lvl6pPr>
            <a:lvl7pPr marL="1776771" indent="0">
              <a:buNone/>
              <a:defRPr sz="648"/>
            </a:lvl7pPr>
            <a:lvl8pPr marL="2072899" indent="0">
              <a:buNone/>
              <a:defRPr sz="648"/>
            </a:lvl8pPr>
            <a:lvl9pPr marL="2369028" indent="0">
              <a:buNone/>
              <a:defRPr sz="64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5F53F-C4AC-4A87-8144-5C7323FA25C7}" type="datetimeFigureOut">
              <a:rPr lang="en-CA" smtClean="0"/>
              <a:t>2026-07-03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62F41-F3F9-45F4-8B38-CC7D1563EED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50829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5535" y="296122"/>
            <a:ext cx="2554418" cy="1036426"/>
          </a:xfrm>
        </p:spPr>
        <p:txBody>
          <a:bodyPr anchor="b"/>
          <a:lstStyle>
            <a:lvl1pPr>
              <a:defRPr sz="207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67048" y="639541"/>
            <a:ext cx="4009519" cy="3156575"/>
          </a:xfrm>
        </p:spPr>
        <p:txBody>
          <a:bodyPr anchor="t"/>
          <a:lstStyle>
            <a:lvl1pPr marL="0" indent="0">
              <a:buNone/>
              <a:defRPr sz="2073"/>
            </a:lvl1pPr>
            <a:lvl2pPr marL="296128" indent="0">
              <a:buNone/>
              <a:defRPr sz="1814"/>
            </a:lvl2pPr>
            <a:lvl3pPr marL="592257" indent="0">
              <a:buNone/>
              <a:defRPr sz="1554"/>
            </a:lvl3pPr>
            <a:lvl4pPr marL="888385" indent="0">
              <a:buNone/>
              <a:defRPr sz="1295"/>
            </a:lvl4pPr>
            <a:lvl5pPr marL="1184514" indent="0">
              <a:buNone/>
              <a:defRPr sz="1295"/>
            </a:lvl5pPr>
            <a:lvl6pPr marL="1480642" indent="0">
              <a:buNone/>
              <a:defRPr sz="1295"/>
            </a:lvl6pPr>
            <a:lvl7pPr marL="1776771" indent="0">
              <a:buNone/>
              <a:defRPr sz="1295"/>
            </a:lvl7pPr>
            <a:lvl8pPr marL="2072899" indent="0">
              <a:buNone/>
              <a:defRPr sz="1295"/>
            </a:lvl8pPr>
            <a:lvl9pPr marL="2369028" indent="0">
              <a:buNone/>
              <a:defRPr sz="129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5535" y="1332548"/>
            <a:ext cx="2554418" cy="2468709"/>
          </a:xfrm>
        </p:spPr>
        <p:txBody>
          <a:bodyPr/>
          <a:lstStyle>
            <a:lvl1pPr marL="0" indent="0">
              <a:buNone/>
              <a:defRPr sz="1036"/>
            </a:lvl1pPr>
            <a:lvl2pPr marL="296128" indent="0">
              <a:buNone/>
              <a:defRPr sz="907"/>
            </a:lvl2pPr>
            <a:lvl3pPr marL="592257" indent="0">
              <a:buNone/>
              <a:defRPr sz="777"/>
            </a:lvl3pPr>
            <a:lvl4pPr marL="888385" indent="0">
              <a:buNone/>
              <a:defRPr sz="648"/>
            </a:lvl4pPr>
            <a:lvl5pPr marL="1184514" indent="0">
              <a:buNone/>
              <a:defRPr sz="648"/>
            </a:lvl5pPr>
            <a:lvl6pPr marL="1480642" indent="0">
              <a:buNone/>
              <a:defRPr sz="648"/>
            </a:lvl6pPr>
            <a:lvl7pPr marL="1776771" indent="0">
              <a:buNone/>
              <a:defRPr sz="648"/>
            </a:lvl7pPr>
            <a:lvl8pPr marL="2072899" indent="0">
              <a:buNone/>
              <a:defRPr sz="648"/>
            </a:lvl8pPr>
            <a:lvl9pPr marL="2369028" indent="0">
              <a:buNone/>
              <a:defRPr sz="64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5F53F-C4AC-4A87-8144-5C7323FA25C7}" type="datetimeFigureOut">
              <a:rPr lang="en-CA" smtClean="0"/>
              <a:t>2026-07-03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62F41-F3F9-45F4-8B38-CC7D1563EED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984583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5F53F-C4AC-4A87-8144-5C7323FA25C7}" type="datetimeFigureOut">
              <a:rPr lang="en-CA" smtClean="0"/>
              <a:t>2026-07-03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62F41-F3F9-45F4-8B38-CC7D1563EED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216215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667777" y="236486"/>
            <a:ext cx="1707758" cy="376424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44503" y="236486"/>
            <a:ext cx="5024274" cy="376424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5F53F-C4AC-4A87-8144-5C7323FA25C7}" type="datetimeFigureOut">
              <a:rPr lang="en-CA" smtClean="0"/>
              <a:t>2026-07-03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62F41-F3F9-45F4-8B38-CC7D1563EED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61148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4503" y="236486"/>
            <a:ext cx="6831033" cy="8585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4503" y="1182430"/>
            <a:ext cx="6831033" cy="28182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4502" y="4116914"/>
            <a:ext cx="1782009" cy="2364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7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45F53F-C4AC-4A87-8144-5C7323FA25C7}" type="datetimeFigureOut">
              <a:rPr lang="en-CA" smtClean="0"/>
              <a:t>2026-07-03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23513" y="4116914"/>
            <a:ext cx="2673013" cy="2364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7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593527" y="4116914"/>
            <a:ext cx="1782009" cy="2364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7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562F41-F3F9-45F4-8B38-CC7D1563EED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6670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592257" rtl="0" eaLnBrk="1" latinLnBrk="0" hangingPunct="1">
        <a:lnSpc>
          <a:spcPct val="90000"/>
        </a:lnSpc>
        <a:spcBef>
          <a:spcPct val="0"/>
        </a:spcBef>
        <a:buNone/>
        <a:defRPr sz="2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8064" indent="-148064" algn="l" defTabSz="592257" rtl="0" eaLnBrk="1" latinLnBrk="0" hangingPunct="1">
        <a:lnSpc>
          <a:spcPct val="90000"/>
        </a:lnSpc>
        <a:spcBef>
          <a:spcPts val="648"/>
        </a:spcBef>
        <a:buFont typeface="Arial" panose="020B0604020202020204" pitchFamily="34" charset="0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1pPr>
      <a:lvl2pPr marL="444193" indent="-148064" algn="l" defTabSz="592257" rtl="0" eaLnBrk="1" latinLnBrk="0" hangingPunct="1">
        <a:lnSpc>
          <a:spcPct val="90000"/>
        </a:lnSpc>
        <a:spcBef>
          <a:spcPts val="324"/>
        </a:spcBef>
        <a:buFont typeface="Arial" panose="020B0604020202020204" pitchFamily="34" charset="0"/>
        <a:buChar char="•"/>
        <a:defRPr sz="1554" kern="1200">
          <a:solidFill>
            <a:schemeClr val="tx1"/>
          </a:solidFill>
          <a:latin typeface="+mn-lt"/>
          <a:ea typeface="+mn-ea"/>
          <a:cs typeface="+mn-cs"/>
        </a:defRPr>
      </a:lvl2pPr>
      <a:lvl3pPr marL="740321" indent="-148064" algn="l" defTabSz="592257" rtl="0" eaLnBrk="1" latinLnBrk="0" hangingPunct="1">
        <a:lnSpc>
          <a:spcPct val="90000"/>
        </a:lnSpc>
        <a:spcBef>
          <a:spcPts val="324"/>
        </a:spcBef>
        <a:buFont typeface="Arial" panose="020B0604020202020204" pitchFamily="34" charset="0"/>
        <a:buChar char="•"/>
        <a:defRPr sz="1295" kern="1200">
          <a:solidFill>
            <a:schemeClr val="tx1"/>
          </a:solidFill>
          <a:latin typeface="+mn-lt"/>
          <a:ea typeface="+mn-ea"/>
          <a:cs typeface="+mn-cs"/>
        </a:defRPr>
      </a:lvl3pPr>
      <a:lvl4pPr marL="1036450" indent="-148064" algn="l" defTabSz="592257" rtl="0" eaLnBrk="1" latinLnBrk="0" hangingPunct="1">
        <a:lnSpc>
          <a:spcPct val="90000"/>
        </a:lnSpc>
        <a:spcBef>
          <a:spcPts val="324"/>
        </a:spcBef>
        <a:buFont typeface="Arial" panose="020B0604020202020204" pitchFamily="34" charset="0"/>
        <a:buChar char="•"/>
        <a:defRPr sz="1166" kern="1200">
          <a:solidFill>
            <a:schemeClr val="tx1"/>
          </a:solidFill>
          <a:latin typeface="+mn-lt"/>
          <a:ea typeface="+mn-ea"/>
          <a:cs typeface="+mn-cs"/>
        </a:defRPr>
      </a:lvl4pPr>
      <a:lvl5pPr marL="1332578" indent="-148064" algn="l" defTabSz="592257" rtl="0" eaLnBrk="1" latinLnBrk="0" hangingPunct="1">
        <a:lnSpc>
          <a:spcPct val="90000"/>
        </a:lnSpc>
        <a:spcBef>
          <a:spcPts val="324"/>
        </a:spcBef>
        <a:buFont typeface="Arial" panose="020B0604020202020204" pitchFamily="34" charset="0"/>
        <a:buChar char="•"/>
        <a:defRPr sz="1166" kern="1200">
          <a:solidFill>
            <a:schemeClr val="tx1"/>
          </a:solidFill>
          <a:latin typeface="+mn-lt"/>
          <a:ea typeface="+mn-ea"/>
          <a:cs typeface="+mn-cs"/>
        </a:defRPr>
      </a:lvl5pPr>
      <a:lvl6pPr marL="1628706" indent="-148064" algn="l" defTabSz="592257" rtl="0" eaLnBrk="1" latinLnBrk="0" hangingPunct="1">
        <a:lnSpc>
          <a:spcPct val="90000"/>
        </a:lnSpc>
        <a:spcBef>
          <a:spcPts val="324"/>
        </a:spcBef>
        <a:buFont typeface="Arial" panose="020B0604020202020204" pitchFamily="34" charset="0"/>
        <a:buChar char="•"/>
        <a:defRPr sz="1166" kern="1200">
          <a:solidFill>
            <a:schemeClr val="tx1"/>
          </a:solidFill>
          <a:latin typeface="+mn-lt"/>
          <a:ea typeface="+mn-ea"/>
          <a:cs typeface="+mn-cs"/>
        </a:defRPr>
      </a:lvl6pPr>
      <a:lvl7pPr marL="1924835" indent="-148064" algn="l" defTabSz="592257" rtl="0" eaLnBrk="1" latinLnBrk="0" hangingPunct="1">
        <a:lnSpc>
          <a:spcPct val="90000"/>
        </a:lnSpc>
        <a:spcBef>
          <a:spcPts val="324"/>
        </a:spcBef>
        <a:buFont typeface="Arial" panose="020B0604020202020204" pitchFamily="34" charset="0"/>
        <a:buChar char="•"/>
        <a:defRPr sz="1166" kern="1200">
          <a:solidFill>
            <a:schemeClr val="tx1"/>
          </a:solidFill>
          <a:latin typeface="+mn-lt"/>
          <a:ea typeface="+mn-ea"/>
          <a:cs typeface="+mn-cs"/>
        </a:defRPr>
      </a:lvl7pPr>
      <a:lvl8pPr marL="2220963" indent="-148064" algn="l" defTabSz="592257" rtl="0" eaLnBrk="1" latinLnBrk="0" hangingPunct="1">
        <a:lnSpc>
          <a:spcPct val="90000"/>
        </a:lnSpc>
        <a:spcBef>
          <a:spcPts val="324"/>
        </a:spcBef>
        <a:buFont typeface="Arial" panose="020B0604020202020204" pitchFamily="34" charset="0"/>
        <a:buChar char="•"/>
        <a:defRPr sz="1166" kern="1200">
          <a:solidFill>
            <a:schemeClr val="tx1"/>
          </a:solidFill>
          <a:latin typeface="+mn-lt"/>
          <a:ea typeface="+mn-ea"/>
          <a:cs typeface="+mn-cs"/>
        </a:defRPr>
      </a:lvl8pPr>
      <a:lvl9pPr marL="2517092" indent="-148064" algn="l" defTabSz="592257" rtl="0" eaLnBrk="1" latinLnBrk="0" hangingPunct="1">
        <a:lnSpc>
          <a:spcPct val="90000"/>
        </a:lnSpc>
        <a:spcBef>
          <a:spcPts val="324"/>
        </a:spcBef>
        <a:buFont typeface="Arial" panose="020B0604020202020204" pitchFamily="34" charset="0"/>
        <a:buChar char="•"/>
        <a:defRPr sz="116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92257" rtl="0" eaLnBrk="1" latinLnBrk="0" hangingPunct="1">
        <a:defRPr sz="1166" kern="1200">
          <a:solidFill>
            <a:schemeClr val="tx1"/>
          </a:solidFill>
          <a:latin typeface="+mn-lt"/>
          <a:ea typeface="+mn-ea"/>
          <a:cs typeface="+mn-cs"/>
        </a:defRPr>
      </a:lvl1pPr>
      <a:lvl2pPr marL="296128" algn="l" defTabSz="592257" rtl="0" eaLnBrk="1" latinLnBrk="0" hangingPunct="1">
        <a:defRPr sz="1166" kern="1200">
          <a:solidFill>
            <a:schemeClr val="tx1"/>
          </a:solidFill>
          <a:latin typeface="+mn-lt"/>
          <a:ea typeface="+mn-ea"/>
          <a:cs typeface="+mn-cs"/>
        </a:defRPr>
      </a:lvl2pPr>
      <a:lvl3pPr marL="592257" algn="l" defTabSz="592257" rtl="0" eaLnBrk="1" latinLnBrk="0" hangingPunct="1">
        <a:defRPr sz="1166" kern="1200">
          <a:solidFill>
            <a:schemeClr val="tx1"/>
          </a:solidFill>
          <a:latin typeface="+mn-lt"/>
          <a:ea typeface="+mn-ea"/>
          <a:cs typeface="+mn-cs"/>
        </a:defRPr>
      </a:lvl3pPr>
      <a:lvl4pPr marL="888385" algn="l" defTabSz="592257" rtl="0" eaLnBrk="1" latinLnBrk="0" hangingPunct="1">
        <a:defRPr sz="1166" kern="1200">
          <a:solidFill>
            <a:schemeClr val="tx1"/>
          </a:solidFill>
          <a:latin typeface="+mn-lt"/>
          <a:ea typeface="+mn-ea"/>
          <a:cs typeface="+mn-cs"/>
        </a:defRPr>
      </a:lvl4pPr>
      <a:lvl5pPr marL="1184514" algn="l" defTabSz="592257" rtl="0" eaLnBrk="1" latinLnBrk="0" hangingPunct="1">
        <a:defRPr sz="1166" kern="1200">
          <a:solidFill>
            <a:schemeClr val="tx1"/>
          </a:solidFill>
          <a:latin typeface="+mn-lt"/>
          <a:ea typeface="+mn-ea"/>
          <a:cs typeface="+mn-cs"/>
        </a:defRPr>
      </a:lvl5pPr>
      <a:lvl6pPr marL="1480642" algn="l" defTabSz="592257" rtl="0" eaLnBrk="1" latinLnBrk="0" hangingPunct="1">
        <a:defRPr sz="1166" kern="1200">
          <a:solidFill>
            <a:schemeClr val="tx1"/>
          </a:solidFill>
          <a:latin typeface="+mn-lt"/>
          <a:ea typeface="+mn-ea"/>
          <a:cs typeface="+mn-cs"/>
        </a:defRPr>
      </a:lvl6pPr>
      <a:lvl7pPr marL="1776771" algn="l" defTabSz="592257" rtl="0" eaLnBrk="1" latinLnBrk="0" hangingPunct="1">
        <a:defRPr sz="1166" kern="1200">
          <a:solidFill>
            <a:schemeClr val="tx1"/>
          </a:solidFill>
          <a:latin typeface="+mn-lt"/>
          <a:ea typeface="+mn-ea"/>
          <a:cs typeface="+mn-cs"/>
        </a:defRPr>
      </a:lvl7pPr>
      <a:lvl8pPr marL="2072899" algn="l" defTabSz="592257" rtl="0" eaLnBrk="1" latinLnBrk="0" hangingPunct="1">
        <a:defRPr sz="1166" kern="1200">
          <a:solidFill>
            <a:schemeClr val="tx1"/>
          </a:solidFill>
          <a:latin typeface="+mn-lt"/>
          <a:ea typeface="+mn-ea"/>
          <a:cs typeface="+mn-cs"/>
        </a:defRPr>
      </a:lvl8pPr>
      <a:lvl9pPr marL="2369028" algn="l" defTabSz="592257" rtl="0" eaLnBrk="1" latinLnBrk="0" hangingPunct="1">
        <a:defRPr sz="116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2_335BE035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4_9C52468E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rc 3">
            <a:extLst>
              <a:ext uri="{FF2B5EF4-FFF2-40B4-BE49-F238E27FC236}">
                <a16:creationId xmlns:a16="http://schemas.microsoft.com/office/drawing/2014/main" id="{FAF56CC5-421A-683C-F96B-28787C8280A8}"/>
              </a:ext>
            </a:extLst>
          </p:cNvPr>
          <p:cNvSpPr/>
          <p:nvPr/>
        </p:nvSpPr>
        <p:spPr>
          <a:xfrm>
            <a:off x="585472" y="1480613"/>
            <a:ext cx="1362900" cy="2498526"/>
          </a:xfrm>
          <a:prstGeom prst="arc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 sz="882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4B98D43-F2A3-2ACF-E666-EC640ECFEACA}"/>
              </a:ext>
            </a:extLst>
          </p:cNvPr>
          <p:cNvCxnSpPr/>
          <p:nvPr/>
        </p:nvCxnSpPr>
        <p:spPr>
          <a:xfrm>
            <a:off x="1948365" y="2742085"/>
            <a:ext cx="379035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Arc 7">
            <a:extLst>
              <a:ext uri="{FF2B5EF4-FFF2-40B4-BE49-F238E27FC236}">
                <a16:creationId xmlns:a16="http://schemas.microsoft.com/office/drawing/2014/main" id="{7CB58341-1993-25CD-DBBE-FA9CE5458ED3}"/>
              </a:ext>
            </a:extLst>
          </p:cNvPr>
          <p:cNvSpPr/>
          <p:nvPr/>
        </p:nvSpPr>
        <p:spPr>
          <a:xfrm rot="13337258">
            <a:off x="5882174" y="566585"/>
            <a:ext cx="1362900" cy="2498526"/>
          </a:xfrm>
          <a:prstGeom prst="arc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 sz="882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A677A60-083E-432D-DF2D-E35B021C2DEB}"/>
              </a:ext>
            </a:extLst>
          </p:cNvPr>
          <p:cNvCxnSpPr/>
          <p:nvPr/>
        </p:nvCxnSpPr>
        <p:spPr>
          <a:xfrm>
            <a:off x="651358" y="2220912"/>
            <a:ext cx="6633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B9B76C8-A591-EDF6-B393-59636524F9B4}"/>
              </a:ext>
            </a:extLst>
          </p:cNvPr>
          <p:cNvCxnSpPr/>
          <p:nvPr/>
        </p:nvCxnSpPr>
        <p:spPr>
          <a:xfrm>
            <a:off x="6003263" y="2220912"/>
            <a:ext cx="6633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32510B3-C9A9-5A3F-7A21-E2FC820611E9}"/>
              </a:ext>
            </a:extLst>
          </p:cNvPr>
          <p:cNvSpPr txBox="1"/>
          <p:nvPr/>
        </p:nvSpPr>
        <p:spPr>
          <a:xfrm>
            <a:off x="437976" y="1759017"/>
            <a:ext cx="1563521" cy="363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882" dirty="0"/>
              <a:t>Inputs: external nutrient loads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2498DF6-710D-E0C6-EF0E-EF1FEC0B2DC3}"/>
              </a:ext>
            </a:extLst>
          </p:cNvPr>
          <p:cNvCxnSpPr>
            <a:cxnSpLocks/>
          </p:cNvCxnSpPr>
          <p:nvPr/>
        </p:nvCxnSpPr>
        <p:spPr>
          <a:xfrm flipH="1" flipV="1">
            <a:off x="4351650" y="2466570"/>
            <a:ext cx="138474" cy="1936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E7B7B68-A767-A976-817C-418EFCDACFC3}"/>
              </a:ext>
            </a:extLst>
          </p:cNvPr>
          <p:cNvCxnSpPr>
            <a:cxnSpLocks/>
          </p:cNvCxnSpPr>
          <p:nvPr/>
        </p:nvCxnSpPr>
        <p:spPr>
          <a:xfrm>
            <a:off x="1948367" y="2616898"/>
            <a:ext cx="367783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983B020-1A3E-E2D4-C4EB-F2F6B97A7A12}"/>
              </a:ext>
            </a:extLst>
          </p:cNvPr>
          <p:cNvSpPr txBox="1"/>
          <p:nvPr/>
        </p:nvSpPr>
        <p:spPr>
          <a:xfrm>
            <a:off x="4983353" y="1742283"/>
            <a:ext cx="799133" cy="635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882" dirty="0"/>
              <a:t>Input: internal nutrient loads</a:t>
            </a:r>
          </a:p>
        </p:txBody>
      </p:sp>
      <p:pic>
        <p:nvPicPr>
          <p:cNvPr id="19" name="Graphic 18" descr="Seaweed with solid fill">
            <a:extLst>
              <a:ext uri="{FF2B5EF4-FFF2-40B4-BE49-F238E27FC236}">
                <a16:creationId xmlns:a16="http://schemas.microsoft.com/office/drawing/2014/main" id="{FD46B40B-B2F1-D1AB-5A27-4745DC41E1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05721" y="2107234"/>
            <a:ext cx="494133" cy="494133"/>
          </a:xfrm>
          <a:prstGeom prst="rect">
            <a:avLst/>
          </a:prstGeom>
        </p:spPr>
      </p:pic>
      <p:pic>
        <p:nvPicPr>
          <p:cNvPr id="23" name="Graphic 22" descr="Fish with solid fill">
            <a:extLst>
              <a:ext uri="{FF2B5EF4-FFF2-40B4-BE49-F238E27FC236}">
                <a16:creationId xmlns:a16="http://schemas.microsoft.com/office/drawing/2014/main" id="{20B81A8C-297A-9E54-7648-D54D7F413B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05715" y="1119247"/>
            <a:ext cx="404700" cy="404700"/>
          </a:xfrm>
          <a:prstGeom prst="rect">
            <a:avLst/>
          </a:prstGeom>
        </p:spPr>
      </p:pic>
      <p:pic>
        <p:nvPicPr>
          <p:cNvPr id="25" name="Picture 2">
            <a:extLst>
              <a:ext uri="{FF2B5EF4-FFF2-40B4-BE49-F238E27FC236}">
                <a16:creationId xmlns:a16="http://schemas.microsoft.com/office/drawing/2014/main" id="{8C0AF063-9275-E0A9-4D88-03701D8F89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8048" b="89555" l="6000" r="94875">
                        <a14:foregroundMark x1="9750" y1="19863" x2="5125" y2="25856"/>
                        <a14:foregroundMark x1="5125" y1="25856" x2="3500" y2="34932"/>
                        <a14:foregroundMark x1="3500" y1="34932" x2="6000" y2="43151"/>
                        <a14:foregroundMark x1="6000" y1="43151" x2="11125" y2="37671"/>
                        <a14:foregroundMark x1="11125" y1="37671" x2="12500" y2="28425"/>
                        <a14:foregroundMark x1="12500" y1="28425" x2="10250" y2="19692"/>
                        <a14:foregroundMark x1="20375" y1="10274" x2="26875" y2="13699"/>
                        <a14:foregroundMark x1="26875" y1="13699" x2="33375" y2="14041"/>
                        <a14:foregroundMark x1="33375" y1="14041" x2="39875" y2="12842"/>
                        <a14:foregroundMark x1="39875" y1="12842" x2="46250" y2="12842"/>
                        <a14:foregroundMark x1="46250" y1="12842" x2="59625" y2="11301"/>
                        <a14:foregroundMark x1="59625" y1="11301" x2="66250" y2="11473"/>
                        <a14:foregroundMark x1="66250" y1="11473" x2="60750" y2="6336"/>
                        <a14:foregroundMark x1="60750" y1="6336" x2="54250" y2="4110"/>
                        <a14:foregroundMark x1="54250" y1="4110" x2="21000" y2="8390"/>
                        <a14:foregroundMark x1="21000" y1="8390" x2="20125" y2="9247"/>
                        <a14:foregroundMark x1="90125" y1="40582" x2="94000" y2="47945"/>
                        <a14:foregroundMark x1="94000" y1="47945" x2="96250" y2="65753"/>
                        <a14:foregroundMark x1="96250" y1="65753" x2="95250" y2="74144"/>
                        <a14:foregroundMark x1="95250" y1="74144" x2="89250" y2="76712"/>
                        <a14:foregroundMark x1="89250" y1="76712" x2="87625" y2="58562"/>
                        <a14:foregroundMark x1="87625" y1="58562" x2="90125" y2="49658"/>
                        <a14:foregroundMark x1="90125" y1="49658" x2="89750" y2="42123"/>
                        <a14:foregroundMark x1="93875" y1="50171" x2="95875" y2="58733"/>
                        <a14:foregroundMark x1="95875" y1="58733" x2="94875" y2="76370"/>
                        <a14:foregroundMark x1="94875" y1="76370" x2="94125" y2="775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501665">
            <a:off x="3838690" y="1748091"/>
            <a:ext cx="247286" cy="180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Graphic 25" descr="Fish with solid fill">
            <a:extLst>
              <a:ext uri="{FF2B5EF4-FFF2-40B4-BE49-F238E27FC236}">
                <a16:creationId xmlns:a16="http://schemas.microsoft.com/office/drawing/2014/main" id="{20E88EDC-CCD6-71B8-2107-94272B7890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08073" y="1674599"/>
            <a:ext cx="300668" cy="300668"/>
          </a:xfrm>
          <a:prstGeom prst="rect">
            <a:avLst/>
          </a:prstGeom>
        </p:spPr>
      </p:pic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A1C489B-DA41-8A3A-D4BF-3C22B55F576F}"/>
              </a:ext>
            </a:extLst>
          </p:cNvPr>
          <p:cNvCxnSpPr>
            <a:cxnSpLocks/>
          </p:cNvCxnSpPr>
          <p:nvPr/>
        </p:nvCxnSpPr>
        <p:spPr>
          <a:xfrm flipV="1">
            <a:off x="4113987" y="1914140"/>
            <a:ext cx="0" cy="1930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16D29E8-4CB4-C2A4-B11C-ADC81731AB11}"/>
              </a:ext>
            </a:extLst>
          </p:cNvPr>
          <p:cNvCxnSpPr>
            <a:cxnSpLocks/>
          </p:cNvCxnSpPr>
          <p:nvPr/>
        </p:nvCxnSpPr>
        <p:spPr>
          <a:xfrm flipV="1">
            <a:off x="4113987" y="1481505"/>
            <a:ext cx="0" cy="1930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Arrow: Curved Right 37">
            <a:extLst>
              <a:ext uri="{FF2B5EF4-FFF2-40B4-BE49-F238E27FC236}">
                <a16:creationId xmlns:a16="http://schemas.microsoft.com/office/drawing/2014/main" id="{61AB8ACA-658D-F3C7-02BC-B2F65E35BED3}"/>
              </a:ext>
            </a:extLst>
          </p:cNvPr>
          <p:cNvSpPr/>
          <p:nvPr/>
        </p:nvSpPr>
        <p:spPr>
          <a:xfrm>
            <a:off x="3168563" y="1326380"/>
            <a:ext cx="462191" cy="1220105"/>
          </a:xfrm>
          <a:prstGeom prst="curved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882">
              <a:solidFill>
                <a:schemeClr val="tx1"/>
              </a:solidFill>
            </a:endParaRPr>
          </a:p>
        </p:txBody>
      </p:sp>
      <p:sp>
        <p:nvSpPr>
          <p:cNvPr id="39" name="Arrow: Curved Right 38">
            <a:extLst>
              <a:ext uri="{FF2B5EF4-FFF2-40B4-BE49-F238E27FC236}">
                <a16:creationId xmlns:a16="http://schemas.microsoft.com/office/drawing/2014/main" id="{BC651D17-3994-B618-B094-75FC61C6EF0C}"/>
              </a:ext>
            </a:extLst>
          </p:cNvPr>
          <p:cNvSpPr/>
          <p:nvPr/>
        </p:nvSpPr>
        <p:spPr>
          <a:xfrm>
            <a:off x="3555964" y="1832774"/>
            <a:ext cx="269171" cy="631236"/>
          </a:xfrm>
          <a:prstGeom prst="curved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882">
              <a:solidFill>
                <a:schemeClr val="tx1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D4F16D2-60B4-98EA-3FBF-BD43783094CF}"/>
              </a:ext>
            </a:extLst>
          </p:cNvPr>
          <p:cNvSpPr txBox="1"/>
          <p:nvPr/>
        </p:nvSpPr>
        <p:spPr>
          <a:xfrm>
            <a:off x="2024887" y="1436195"/>
            <a:ext cx="1182426" cy="499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882" dirty="0"/>
              <a:t>Remobilization: animal-mediated nutrient cycling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5B2FF38-7F46-F57B-5CBF-E45F168E7F70}"/>
              </a:ext>
            </a:extLst>
          </p:cNvPr>
          <p:cNvSpPr txBox="1"/>
          <p:nvPr/>
        </p:nvSpPr>
        <p:spPr>
          <a:xfrm>
            <a:off x="5983849" y="1948680"/>
            <a:ext cx="895521" cy="228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882" dirty="0"/>
              <a:t>Outputs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7460D5B-9691-9087-F5D4-E17810F03FBB}"/>
              </a:ext>
            </a:extLst>
          </p:cNvPr>
          <p:cNvSpPr txBox="1"/>
          <p:nvPr/>
        </p:nvSpPr>
        <p:spPr>
          <a:xfrm>
            <a:off x="4420884" y="1654270"/>
            <a:ext cx="700236" cy="810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778" dirty="0"/>
              <a:t>Loss: nutrient uptake, metabolized, and stored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61384895-C7A3-74C4-5C4C-C8EE19C3B68B}"/>
              </a:ext>
            </a:extLst>
          </p:cNvPr>
          <p:cNvCxnSpPr>
            <a:cxnSpLocks/>
          </p:cNvCxnSpPr>
          <p:nvPr/>
        </p:nvCxnSpPr>
        <p:spPr>
          <a:xfrm flipV="1">
            <a:off x="5218926" y="2478961"/>
            <a:ext cx="0" cy="1930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9674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5E397F4-F1FE-8F5D-8D52-1636AD8A4F81}"/>
              </a:ext>
            </a:extLst>
          </p:cNvPr>
          <p:cNvSpPr/>
          <p:nvPr/>
        </p:nvSpPr>
        <p:spPr>
          <a:xfrm>
            <a:off x="1575258" y="401175"/>
            <a:ext cx="5454835" cy="368530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882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F3289C-90D8-354D-7392-F0DCC6D16809}"/>
              </a:ext>
            </a:extLst>
          </p:cNvPr>
          <p:cNvSpPr txBox="1"/>
          <p:nvPr/>
        </p:nvSpPr>
        <p:spPr>
          <a:xfrm>
            <a:off x="2732123" y="103054"/>
            <a:ext cx="2976468" cy="228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882" dirty="0"/>
              <a:t>Lake N and P retention and internal cycling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885509-DACD-1D7E-6FFD-BAFE98ECE667}"/>
              </a:ext>
            </a:extLst>
          </p:cNvPr>
          <p:cNvSpPr txBox="1"/>
          <p:nvPr/>
        </p:nvSpPr>
        <p:spPr>
          <a:xfrm>
            <a:off x="11732" y="1981702"/>
            <a:ext cx="1563521" cy="228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882" dirty="0"/>
              <a:t>External nutrient loads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B0BFD4E-403F-F961-2E74-37693228D8AE}"/>
              </a:ext>
            </a:extLst>
          </p:cNvPr>
          <p:cNvCxnSpPr>
            <a:cxnSpLocks/>
          </p:cNvCxnSpPr>
          <p:nvPr/>
        </p:nvCxnSpPr>
        <p:spPr>
          <a:xfrm>
            <a:off x="183677" y="2317804"/>
            <a:ext cx="1583798" cy="0"/>
          </a:xfrm>
          <a:prstGeom prst="straightConnector1">
            <a:avLst/>
          </a:prstGeom>
          <a:ln w="1270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67D76DE-CEE1-C8A8-7FC5-AAC484AECC83}"/>
              </a:ext>
            </a:extLst>
          </p:cNvPr>
          <p:cNvCxnSpPr>
            <a:cxnSpLocks/>
          </p:cNvCxnSpPr>
          <p:nvPr/>
        </p:nvCxnSpPr>
        <p:spPr>
          <a:xfrm flipV="1">
            <a:off x="4307999" y="1749184"/>
            <a:ext cx="0" cy="273403"/>
          </a:xfrm>
          <a:prstGeom prst="straightConnector1">
            <a:avLst/>
          </a:prstGeom>
          <a:ln w="5080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11FB80E-45E7-82EF-E95A-2D8696B6E968}"/>
              </a:ext>
            </a:extLst>
          </p:cNvPr>
          <p:cNvSpPr txBox="1"/>
          <p:nvPr/>
        </p:nvSpPr>
        <p:spPr>
          <a:xfrm>
            <a:off x="3594004" y="2050091"/>
            <a:ext cx="1434703" cy="552705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CA" sz="882" dirty="0"/>
              <a:t>Dissolved inorganic nutrients: recycled + translocated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0786068-976E-A670-4799-3C3EAB5E2140}"/>
              </a:ext>
            </a:extLst>
          </p:cNvPr>
          <p:cNvSpPr/>
          <p:nvPr/>
        </p:nvSpPr>
        <p:spPr>
          <a:xfrm>
            <a:off x="3703924" y="1321062"/>
            <a:ext cx="1142517" cy="37567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882" dirty="0">
                <a:solidFill>
                  <a:schemeClr val="tx1"/>
                </a:solidFill>
              </a:rPr>
              <a:t>Primary producers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53EE493-DD90-4C11-998C-BEFB4E932E8A}"/>
              </a:ext>
            </a:extLst>
          </p:cNvPr>
          <p:cNvSpPr txBox="1"/>
          <p:nvPr/>
        </p:nvSpPr>
        <p:spPr>
          <a:xfrm>
            <a:off x="4423248" y="1789290"/>
            <a:ext cx="634911" cy="228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882" dirty="0"/>
              <a:t>Uptake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66A50A4-39FE-35CF-DECE-DEFEBA9DDB45}"/>
              </a:ext>
            </a:extLst>
          </p:cNvPr>
          <p:cNvSpPr/>
          <p:nvPr/>
        </p:nvSpPr>
        <p:spPr>
          <a:xfrm>
            <a:off x="3703924" y="530859"/>
            <a:ext cx="1142517" cy="37567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882" dirty="0">
                <a:solidFill>
                  <a:schemeClr val="tx1"/>
                </a:solidFill>
              </a:rPr>
              <a:t>Consumers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BED4DC9-3CF1-8A46-09CE-435BB45ED78C}"/>
              </a:ext>
            </a:extLst>
          </p:cNvPr>
          <p:cNvCxnSpPr>
            <a:cxnSpLocks/>
          </p:cNvCxnSpPr>
          <p:nvPr/>
        </p:nvCxnSpPr>
        <p:spPr>
          <a:xfrm flipV="1">
            <a:off x="4286801" y="974248"/>
            <a:ext cx="0" cy="273403"/>
          </a:xfrm>
          <a:prstGeom prst="straightConnector1">
            <a:avLst/>
          </a:prstGeom>
          <a:ln w="2540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228453D-1115-C2EC-1F37-367198C8CD12}"/>
              </a:ext>
            </a:extLst>
          </p:cNvPr>
          <p:cNvSpPr txBox="1"/>
          <p:nvPr/>
        </p:nvSpPr>
        <p:spPr>
          <a:xfrm>
            <a:off x="4354504" y="910684"/>
            <a:ext cx="833089" cy="363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882" dirty="0"/>
              <a:t>Trophic transfer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340DD9-52EB-E7FB-80A0-769E1DB5E7D6}"/>
              </a:ext>
            </a:extLst>
          </p:cNvPr>
          <p:cNvSpPr txBox="1"/>
          <p:nvPr/>
        </p:nvSpPr>
        <p:spPr>
          <a:xfrm>
            <a:off x="2211913" y="1134821"/>
            <a:ext cx="1182426" cy="499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882" dirty="0"/>
              <a:t>Excretion and </a:t>
            </a:r>
            <a:r>
              <a:rPr lang="en-CA" sz="882" dirty="0" err="1"/>
              <a:t>remineralized</a:t>
            </a:r>
            <a:r>
              <a:rPr lang="en-CA" sz="882" dirty="0"/>
              <a:t> egestion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7D5AE27-B84C-2864-B30D-4357A95CC969}"/>
              </a:ext>
            </a:extLst>
          </p:cNvPr>
          <p:cNvSpPr/>
          <p:nvPr/>
        </p:nvSpPr>
        <p:spPr>
          <a:xfrm>
            <a:off x="3715547" y="3442908"/>
            <a:ext cx="1142517" cy="5317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882" dirty="0">
                <a:solidFill>
                  <a:schemeClr val="tx1"/>
                </a:solidFill>
              </a:rPr>
              <a:t>Nutrient pool: sediments + biomass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06366CD-A67C-6ADB-9701-AC58C6EF35B2}"/>
              </a:ext>
            </a:extLst>
          </p:cNvPr>
          <p:cNvSpPr txBox="1"/>
          <p:nvPr/>
        </p:nvSpPr>
        <p:spPr>
          <a:xfrm>
            <a:off x="1820141" y="3302372"/>
            <a:ext cx="1154880" cy="363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882" dirty="0"/>
              <a:t>Temporary or long-term burial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3DEC2B4-3762-6B80-BD4D-C1F147698386}"/>
              </a:ext>
            </a:extLst>
          </p:cNvPr>
          <p:cNvSpPr txBox="1"/>
          <p:nvPr/>
        </p:nvSpPr>
        <p:spPr>
          <a:xfrm>
            <a:off x="7144924" y="1981709"/>
            <a:ext cx="740305" cy="228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882" dirty="0"/>
              <a:t>Outputs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3C0CC88-FF36-2D6D-716E-2ED6164AE95E}"/>
              </a:ext>
            </a:extLst>
          </p:cNvPr>
          <p:cNvCxnSpPr>
            <a:cxnSpLocks/>
          </p:cNvCxnSpPr>
          <p:nvPr/>
        </p:nvCxnSpPr>
        <p:spPr>
          <a:xfrm>
            <a:off x="7233811" y="2321107"/>
            <a:ext cx="660731" cy="1179"/>
          </a:xfrm>
          <a:prstGeom prst="straightConnector1">
            <a:avLst/>
          </a:prstGeom>
          <a:ln w="1270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DA6C313-22D1-B4CC-1B93-5F587E7E271C}"/>
              </a:ext>
            </a:extLst>
          </p:cNvPr>
          <p:cNvCxnSpPr>
            <a:cxnSpLocks/>
          </p:cNvCxnSpPr>
          <p:nvPr/>
        </p:nvCxnSpPr>
        <p:spPr>
          <a:xfrm flipV="1">
            <a:off x="4307999" y="2807041"/>
            <a:ext cx="0" cy="505382"/>
          </a:xfrm>
          <a:prstGeom prst="straightConnector1">
            <a:avLst/>
          </a:prstGeom>
          <a:ln w="9525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72EEB488-1087-AFA3-1F05-5D1AA66B2F1C}"/>
              </a:ext>
            </a:extLst>
          </p:cNvPr>
          <p:cNvSpPr txBox="1"/>
          <p:nvPr/>
        </p:nvSpPr>
        <p:spPr>
          <a:xfrm>
            <a:off x="4301201" y="2834490"/>
            <a:ext cx="1124084" cy="363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882" dirty="0"/>
              <a:t>Bioturbation + decomposition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B6EB629-3045-F4D0-50A7-897E62791C8F}"/>
              </a:ext>
            </a:extLst>
          </p:cNvPr>
          <p:cNvCxnSpPr>
            <a:cxnSpLocks/>
          </p:cNvCxnSpPr>
          <p:nvPr/>
        </p:nvCxnSpPr>
        <p:spPr>
          <a:xfrm>
            <a:off x="1754522" y="2308608"/>
            <a:ext cx="1837732" cy="1465509"/>
          </a:xfrm>
          <a:prstGeom prst="straightConnector1">
            <a:avLst/>
          </a:prstGeom>
          <a:ln w="1016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471005D6-648B-9BD1-AB78-2F342B3334F0}"/>
              </a:ext>
            </a:extLst>
          </p:cNvPr>
          <p:cNvSpPr txBox="1"/>
          <p:nvPr/>
        </p:nvSpPr>
        <p:spPr>
          <a:xfrm>
            <a:off x="5610433" y="2101083"/>
            <a:ext cx="838519" cy="499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882" dirty="0"/>
              <a:t>Temporary or long-term burial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7497D67-1353-5C22-4C08-3EE30A4B10F7}"/>
              </a:ext>
            </a:extLst>
          </p:cNvPr>
          <p:cNvCxnSpPr>
            <a:cxnSpLocks/>
          </p:cNvCxnSpPr>
          <p:nvPr/>
        </p:nvCxnSpPr>
        <p:spPr>
          <a:xfrm flipV="1">
            <a:off x="4981354" y="2333271"/>
            <a:ext cx="2244332" cy="1589311"/>
          </a:xfrm>
          <a:prstGeom prst="straightConnector1">
            <a:avLst/>
          </a:prstGeom>
          <a:ln w="1016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59D5E27-2C96-1C95-6854-9F7F7F989C3F}"/>
              </a:ext>
            </a:extLst>
          </p:cNvPr>
          <p:cNvCxnSpPr>
            <a:cxnSpLocks/>
          </p:cNvCxnSpPr>
          <p:nvPr/>
        </p:nvCxnSpPr>
        <p:spPr>
          <a:xfrm flipV="1">
            <a:off x="4220351" y="2807041"/>
            <a:ext cx="0" cy="505382"/>
          </a:xfrm>
          <a:prstGeom prst="straightConnector1">
            <a:avLst/>
          </a:prstGeom>
          <a:ln w="9525">
            <a:solidFill>
              <a:schemeClr val="tx1"/>
            </a:solidFill>
            <a:prstDash val="soli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130C9660-BEFE-523C-3DF8-3EABE72E2C15}"/>
              </a:ext>
            </a:extLst>
          </p:cNvPr>
          <p:cNvSpPr txBox="1"/>
          <p:nvPr/>
        </p:nvSpPr>
        <p:spPr>
          <a:xfrm>
            <a:off x="3327591" y="2860676"/>
            <a:ext cx="867835" cy="363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882" dirty="0"/>
              <a:t>Abiotic processes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BA7B418D-AB4B-F752-7E3F-E287490ABFE9}"/>
              </a:ext>
            </a:extLst>
          </p:cNvPr>
          <p:cNvCxnSpPr>
            <a:cxnSpLocks/>
          </p:cNvCxnSpPr>
          <p:nvPr/>
        </p:nvCxnSpPr>
        <p:spPr>
          <a:xfrm>
            <a:off x="1752773" y="2301906"/>
            <a:ext cx="1701215" cy="106771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8B19A7AB-3EE6-7908-1967-62949B70D293}"/>
              </a:ext>
            </a:extLst>
          </p:cNvPr>
          <p:cNvCxnSpPr>
            <a:cxnSpLocks/>
          </p:cNvCxnSpPr>
          <p:nvPr/>
        </p:nvCxnSpPr>
        <p:spPr>
          <a:xfrm>
            <a:off x="4967144" y="1448905"/>
            <a:ext cx="2284779" cy="872197"/>
          </a:xfrm>
          <a:prstGeom prst="straightConnector1">
            <a:avLst/>
          </a:prstGeom>
          <a:ln w="1016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380777CF-4004-C168-94AB-13E879B0BA54}"/>
              </a:ext>
            </a:extLst>
          </p:cNvPr>
          <p:cNvSpPr txBox="1"/>
          <p:nvPr/>
        </p:nvSpPr>
        <p:spPr>
          <a:xfrm>
            <a:off x="6047358" y="1601266"/>
            <a:ext cx="991441" cy="228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882" dirty="0"/>
              <a:t>Metabolism</a:t>
            </a:r>
          </a:p>
        </p:txBody>
      </p:sp>
      <p:sp>
        <p:nvSpPr>
          <p:cNvPr id="57" name="Arc 56">
            <a:extLst>
              <a:ext uri="{FF2B5EF4-FFF2-40B4-BE49-F238E27FC236}">
                <a16:creationId xmlns:a16="http://schemas.microsoft.com/office/drawing/2014/main" id="{6722105A-A4D6-C67D-6E86-1A8CE83561C0}"/>
              </a:ext>
            </a:extLst>
          </p:cNvPr>
          <p:cNvSpPr/>
          <p:nvPr/>
        </p:nvSpPr>
        <p:spPr>
          <a:xfrm rot="14494186">
            <a:off x="2931821" y="1111339"/>
            <a:ext cx="2549430" cy="1568284"/>
          </a:xfrm>
          <a:prstGeom prst="arc">
            <a:avLst/>
          </a:prstGeom>
          <a:ln w="25400">
            <a:solidFill>
              <a:schemeClr val="tx1"/>
            </a:solidFill>
            <a:prstDash val="dash"/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 sz="882" dirty="0"/>
          </a:p>
        </p:txBody>
      </p:sp>
      <p:sp>
        <p:nvSpPr>
          <p:cNvPr id="58" name="Arc 57">
            <a:extLst>
              <a:ext uri="{FF2B5EF4-FFF2-40B4-BE49-F238E27FC236}">
                <a16:creationId xmlns:a16="http://schemas.microsoft.com/office/drawing/2014/main" id="{43B3B498-20DD-68A2-00BE-D80F8D114296}"/>
              </a:ext>
            </a:extLst>
          </p:cNvPr>
          <p:cNvSpPr/>
          <p:nvPr/>
        </p:nvSpPr>
        <p:spPr>
          <a:xfrm rot="3122261">
            <a:off x="1168384" y="46337"/>
            <a:ext cx="4788114" cy="3504745"/>
          </a:xfrm>
          <a:prstGeom prst="arc">
            <a:avLst>
              <a:gd name="adj1" fmla="val 16116605"/>
              <a:gd name="adj2" fmla="val 0"/>
            </a:avLst>
          </a:prstGeom>
          <a:ln w="25400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 sz="882"/>
          </a:p>
        </p:txBody>
      </p:sp>
      <p:sp>
        <p:nvSpPr>
          <p:cNvPr id="59" name="Arc 58">
            <a:extLst>
              <a:ext uri="{FF2B5EF4-FFF2-40B4-BE49-F238E27FC236}">
                <a16:creationId xmlns:a16="http://schemas.microsoft.com/office/drawing/2014/main" id="{E6E7798F-1E9A-2322-13CE-A7EA1F64F423}"/>
              </a:ext>
            </a:extLst>
          </p:cNvPr>
          <p:cNvSpPr/>
          <p:nvPr/>
        </p:nvSpPr>
        <p:spPr>
          <a:xfrm rot="3122261">
            <a:off x="2271864" y="1009277"/>
            <a:ext cx="3272922" cy="2617064"/>
          </a:xfrm>
          <a:prstGeom prst="arc">
            <a:avLst>
              <a:gd name="adj1" fmla="val 16174176"/>
              <a:gd name="adj2" fmla="val 0"/>
            </a:avLst>
          </a:prstGeom>
          <a:ln w="25400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 sz="882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009B1C6-B337-CE5F-C3CF-AB87D0BB4D3F}"/>
              </a:ext>
            </a:extLst>
          </p:cNvPr>
          <p:cNvSpPr txBox="1"/>
          <p:nvPr/>
        </p:nvSpPr>
        <p:spPr>
          <a:xfrm>
            <a:off x="5931327" y="3198928"/>
            <a:ext cx="991441" cy="499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882" dirty="0"/>
              <a:t>Resource extraction + outflow</a:t>
            </a:r>
          </a:p>
        </p:txBody>
      </p:sp>
      <p:sp>
        <p:nvSpPr>
          <p:cNvPr id="99" name="AutoShape 4">
            <a:extLst>
              <a:ext uri="{FF2B5EF4-FFF2-40B4-BE49-F238E27FC236}">
                <a16:creationId xmlns:a16="http://schemas.microsoft.com/office/drawing/2014/main" id="{31F844C1-FF9A-4D7C-2E06-CBBAAEAC494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61318" y="2122211"/>
            <a:ext cx="197414" cy="197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59225" tIns="29612" rIns="59225" bIns="29612" numCol="1" anchor="t" anchorCtr="0" compatLnSpc="1">
            <a:prstTxWarp prst="textNoShape">
              <a:avLst/>
            </a:prstTxWarp>
          </a:bodyPr>
          <a:lstStyle/>
          <a:p>
            <a:endParaRPr lang="en-CA" sz="882"/>
          </a:p>
        </p:txBody>
      </p:sp>
    </p:spTree>
    <p:extLst>
      <p:ext uri="{BB962C8B-B14F-4D97-AF65-F5344CB8AC3E}">
        <p14:creationId xmlns:p14="http://schemas.microsoft.com/office/powerpoint/2010/main" val="86165918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1BCD6-80C0-8578-8B9D-DF586DCC2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210BF14-97D1-AFE9-68FA-5EB04C8B1AEA}"/>
              </a:ext>
            </a:extLst>
          </p:cNvPr>
          <p:cNvCxnSpPr>
            <a:cxnSpLocks/>
          </p:cNvCxnSpPr>
          <p:nvPr/>
        </p:nvCxnSpPr>
        <p:spPr>
          <a:xfrm>
            <a:off x="5101106" y="2296262"/>
            <a:ext cx="2064000" cy="21543"/>
          </a:xfrm>
          <a:prstGeom prst="straightConnector1">
            <a:avLst/>
          </a:prstGeom>
          <a:ln w="508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78CC01FB-E3DA-6310-0046-0FB1BF31AB64}"/>
              </a:ext>
            </a:extLst>
          </p:cNvPr>
          <p:cNvSpPr/>
          <p:nvPr/>
        </p:nvSpPr>
        <p:spPr>
          <a:xfrm>
            <a:off x="1575258" y="401175"/>
            <a:ext cx="5454835" cy="368530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56ED09-B86F-DC05-950C-C108AA23434C}"/>
              </a:ext>
            </a:extLst>
          </p:cNvPr>
          <p:cNvSpPr txBox="1"/>
          <p:nvPr/>
        </p:nvSpPr>
        <p:spPr>
          <a:xfrm>
            <a:off x="2814441" y="103747"/>
            <a:ext cx="29764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000" dirty="0"/>
              <a:t>Lake N and P retention and internal cycling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D27F93-AFDF-8121-F11A-A3CA749CAB89}"/>
              </a:ext>
            </a:extLst>
          </p:cNvPr>
          <p:cNvSpPr txBox="1"/>
          <p:nvPr/>
        </p:nvSpPr>
        <p:spPr>
          <a:xfrm>
            <a:off x="15801" y="1898467"/>
            <a:ext cx="15635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000" dirty="0"/>
              <a:t>External nutrient loads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F1CE52C-9D32-9A09-E063-C79AC794A08C}"/>
              </a:ext>
            </a:extLst>
          </p:cNvPr>
          <p:cNvCxnSpPr>
            <a:cxnSpLocks/>
          </p:cNvCxnSpPr>
          <p:nvPr/>
        </p:nvCxnSpPr>
        <p:spPr>
          <a:xfrm>
            <a:off x="69050" y="2308602"/>
            <a:ext cx="1698426" cy="9203"/>
          </a:xfrm>
          <a:prstGeom prst="straightConnector1">
            <a:avLst/>
          </a:prstGeom>
          <a:ln w="1270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E483ACC-3D60-C12B-6EF3-40041E64CB44}"/>
              </a:ext>
            </a:extLst>
          </p:cNvPr>
          <p:cNvCxnSpPr>
            <a:cxnSpLocks/>
          </p:cNvCxnSpPr>
          <p:nvPr/>
        </p:nvCxnSpPr>
        <p:spPr>
          <a:xfrm flipV="1">
            <a:off x="4314776" y="1718453"/>
            <a:ext cx="2342" cy="290426"/>
          </a:xfrm>
          <a:prstGeom prst="straightConnector1">
            <a:avLst/>
          </a:prstGeom>
          <a:ln w="5080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7AA275E-7548-40EC-F343-BB463A922952}"/>
              </a:ext>
            </a:extLst>
          </p:cNvPr>
          <p:cNvSpPr txBox="1"/>
          <p:nvPr/>
        </p:nvSpPr>
        <p:spPr>
          <a:xfrm>
            <a:off x="3594004" y="2094083"/>
            <a:ext cx="1434703" cy="44267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1000" dirty="0"/>
              <a:t>Dissolved inorganic nutrients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9E2F3D-5711-D809-DE65-FC25B6935C2F}"/>
              </a:ext>
            </a:extLst>
          </p:cNvPr>
          <p:cNvSpPr txBox="1"/>
          <p:nvPr/>
        </p:nvSpPr>
        <p:spPr>
          <a:xfrm>
            <a:off x="4423248" y="1789290"/>
            <a:ext cx="6349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000" dirty="0"/>
              <a:t>Uptake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CA09A86-1F1D-AA79-3740-E54DCFD4C5CC}"/>
              </a:ext>
            </a:extLst>
          </p:cNvPr>
          <p:cNvCxnSpPr>
            <a:cxnSpLocks/>
          </p:cNvCxnSpPr>
          <p:nvPr/>
        </p:nvCxnSpPr>
        <p:spPr>
          <a:xfrm flipV="1">
            <a:off x="4311348" y="807750"/>
            <a:ext cx="0" cy="273403"/>
          </a:xfrm>
          <a:prstGeom prst="straightConnector1">
            <a:avLst/>
          </a:prstGeom>
          <a:ln w="2540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381E21F-53D1-10BD-D2B8-3BE68D95D66B}"/>
              </a:ext>
            </a:extLst>
          </p:cNvPr>
          <p:cNvSpPr txBox="1"/>
          <p:nvPr/>
        </p:nvSpPr>
        <p:spPr>
          <a:xfrm>
            <a:off x="4359976" y="807749"/>
            <a:ext cx="8330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000" dirty="0"/>
              <a:t>Trophic transfer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FB81E07-14E9-20B4-154B-F46295F630BB}"/>
              </a:ext>
            </a:extLst>
          </p:cNvPr>
          <p:cNvSpPr txBox="1"/>
          <p:nvPr/>
        </p:nvSpPr>
        <p:spPr>
          <a:xfrm>
            <a:off x="2250821" y="1138888"/>
            <a:ext cx="8330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000" dirty="0"/>
              <a:t>Excretion + egestion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D65ABC0-C8ED-7ECA-20E0-A78395953AB8}"/>
              </a:ext>
            </a:extLst>
          </p:cNvPr>
          <p:cNvSpPr/>
          <p:nvPr/>
        </p:nvSpPr>
        <p:spPr>
          <a:xfrm>
            <a:off x="3733231" y="3351824"/>
            <a:ext cx="1138883" cy="56452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000" dirty="0">
                <a:solidFill>
                  <a:schemeClr val="tx1"/>
                </a:solidFill>
              </a:rPr>
              <a:t>Nutrient pool: sediments + biomass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711F827-4D5A-8BA1-A133-8D3A408BF615}"/>
              </a:ext>
            </a:extLst>
          </p:cNvPr>
          <p:cNvSpPr txBox="1"/>
          <p:nvPr/>
        </p:nvSpPr>
        <p:spPr>
          <a:xfrm>
            <a:off x="2215717" y="3150567"/>
            <a:ext cx="54674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000" dirty="0"/>
              <a:t>Burial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6A86DC9-7632-5A7E-5E80-A26F9DBAB1AA}"/>
              </a:ext>
            </a:extLst>
          </p:cNvPr>
          <p:cNvSpPr txBox="1"/>
          <p:nvPr/>
        </p:nvSpPr>
        <p:spPr>
          <a:xfrm>
            <a:off x="7098798" y="1898468"/>
            <a:ext cx="7403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000" dirty="0"/>
              <a:t>Outputs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58F5CDE-E5FD-F70E-89B7-5F374B8BE9DC}"/>
              </a:ext>
            </a:extLst>
          </p:cNvPr>
          <p:cNvCxnSpPr>
            <a:cxnSpLocks/>
          </p:cNvCxnSpPr>
          <p:nvPr/>
        </p:nvCxnSpPr>
        <p:spPr>
          <a:xfrm flipV="1">
            <a:off x="7165106" y="2314389"/>
            <a:ext cx="724645" cy="1031"/>
          </a:xfrm>
          <a:prstGeom prst="straightConnector1">
            <a:avLst/>
          </a:prstGeom>
          <a:ln w="1270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EBC4BB2-7BA5-AE19-1C0E-FC4D3D446D34}"/>
              </a:ext>
            </a:extLst>
          </p:cNvPr>
          <p:cNvCxnSpPr>
            <a:cxnSpLocks/>
          </p:cNvCxnSpPr>
          <p:nvPr/>
        </p:nvCxnSpPr>
        <p:spPr>
          <a:xfrm flipV="1">
            <a:off x="4366430" y="2645185"/>
            <a:ext cx="0" cy="505382"/>
          </a:xfrm>
          <a:prstGeom prst="straightConnector1">
            <a:avLst/>
          </a:prstGeom>
          <a:ln w="9525">
            <a:solidFill>
              <a:schemeClr val="tx1"/>
            </a:solidFill>
            <a:prstDash val="soli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17167F32-47E6-B94B-B203-ABC36FF648EB}"/>
              </a:ext>
            </a:extLst>
          </p:cNvPr>
          <p:cNvSpPr txBox="1"/>
          <p:nvPr/>
        </p:nvSpPr>
        <p:spPr>
          <a:xfrm>
            <a:off x="3063495" y="2708105"/>
            <a:ext cx="11240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000" dirty="0"/>
              <a:t>Bioturbation + decomposition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9005185-9AB4-7B78-9B46-B71050A91773}"/>
              </a:ext>
            </a:extLst>
          </p:cNvPr>
          <p:cNvCxnSpPr>
            <a:cxnSpLocks/>
          </p:cNvCxnSpPr>
          <p:nvPr/>
        </p:nvCxnSpPr>
        <p:spPr>
          <a:xfrm>
            <a:off x="1754524" y="2308604"/>
            <a:ext cx="1901661" cy="1390004"/>
          </a:xfrm>
          <a:prstGeom prst="straightConnector1">
            <a:avLst/>
          </a:prstGeom>
          <a:ln w="1016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BE38B3E5-43E2-1E93-B954-B7D5AC762FDA}"/>
              </a:ext>
            </a:extLst>
          </p:cNvPr>
          <p:cNvSpPr txBox="1"/>
          <p:nvPr/>
        </p:nvSpPr>
        <p:spPr>
          <a:xfrm>
            <a:off x="5565813" y="2658665"/>
            <a:ext cx="83851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000" dirty="0"/>
              <a:t>Storage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8BDF8BA-48BA-6762-2FD8-DC0C38436866}"/>
              </a:ext>
            </a:extLst>
          </p:cNvPr>
          <p:cNvCxnSpPr>
            <a:cxnSpLocks/>
          </p:cNvCxnSpPr>
          <p:nvPr/>
        </p:nvCxnSpPr>
        <p:spPr>
          <a:xfrm flipV="1">
            <a:off x="5013465" y="2333547"/>
            <a:ext cx="2146533" cy="1415853"/>
          </a:xfrm>
          <a:prstGeom prst="straightConnector1">
            <a:avLst/>
          </a:prstGeom>
          <a:ln w="1016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F2C2E4A-2E30-3A31-236F-E552111AB165}"/>
              </a:ext>
            </a:extLst>
          </p:cNvPr>
          <p:cNvCxnSpPr>
            <a:cxnSpLocks/>
          </p:cNvCxnSpPr>
          <p:nvPr/>
        </p:nvCxnSpPr>
        <p:spPr>
          <a:xfrm flipV="1">
            <a:off x="4236524" y="2645185"/>
            <a:ext cx="0" cy="505382"/>
          </a:xfrm>
          <a:prstGeom prst="straightConnector1">
            <a:avLst/>
          </a:prstGeom>
          <a:ln w="9525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723AAFD8-00BE-0450-3E1A-B7445101743E}"/>
              </a:ext>
            </a:extLst>
          </p:cNvPr>
          <p:cNvSpPr txBox="1"/>
          <p:nvPr/>
        </p:nvSpPr>
        <p:spPr>
          <a:xfrm>
            <a:off x="4426924" y="2700903"/>
            <a:ext cx="8678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000" dirty="0"/>
              <a:t>Abiotic processes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DA0AF886-62C3-17A9-36C0-CEA79115EFE4}"/>
              </a:ext>
            </a:extLst>
          </p:cNvPr>
          <p:cNvCxnSpPr>
            <a:cxnSpLocks/>
          </p:cNvCxnSpPr>
          <p:nvPr/>
        </p:nvCxnSpPr>
        <p:spPr>
          <a:xfrm>
            <a:off x="1750956" y="2294565"/>
            <a:ext cx="1691035" cy="649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FA904A84-1B72-ECE2-9D5D-9D0C69F978EA}"/>
              </a:ext>
            </a:extLst>
          </p:cNvPr>
          <p:cNvCxnSpPr>
            <a:cxnSpLocks/>
          </p:cNvCxnSpPr>
          <p:nvPr/>
        </p:nvCxnSpPr>
        <p:spPr>
          <a:xfrm>
            <a:off x="4715729" y="1378441"/>
            <a:ext cx="2466377" cy="881487"/>
          </a:xfrm>
          <a:prstGeom prst="straightConnector1">
            <a:avLst/>
          </a:prstGeom>
          <a:ln w="1016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A6237B62-7BD1-DB05-6A43-5FF7499E1E30}"/>
              </a:ext>
            </a:extLst>
          </p:cNvPr>
          <p:cNvSpPr txBox="1"/>
          <p:nvPr/>
        </p:nvSpPr>
        <p:spPr>
          <a:xfrm>
            <a:off x="6036240" y="1557788"/>
            <a:ext cx="99144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000" dirty="0"/>
              <a:t>Metabolism</a:t>
            </a:r>
          </a:p>
        </p:txBody>
      </p:sp>
      <p:sp>
        <p:nvSpPr>
          <p:cNvPr id="57" name="Arc 56">
            <a:extLst>
              <a:ext uri="{FF2B5EF4-FFF2-40B4-BE49-F238E27FC236}">
                <a16:creationId xmlns:a16="http://schemas.microsoft.com/office/drawing/2014/main" id="{3886C323-F51F-9103-E106-C49D36702E3A}"/>
              </a:ext>
            </a:extLst>
          </p:cNvPr>
          <p:cNvSpPr/>
          <p:nvPr/>
        </p:nvSpPr>
        <p:spPr>
          <a:xfrm rot="14494186">
            <a:off x="3083133" y="931268"/>
            <a:ext cx="2505402" cy="1838499"/>
          </a:xfrm>
          <a:prstGeom prst="arc">
            <a:avLst/>
          </a:prstGeom>
          <a:ln w="25400">
            <a:solidFill>
              <a:schemeClr val="tx1"/>
            </a:solidFill>
            <a:prstDash val="dash"/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 sz="1000" dirty="0"/>
          </a:p>
        </p:txBody>
      </p:sp>
      <p:sp>
        <p:nvSpPr>
          <p:cNvPr id="58" name="Arc 57">
            <a:extLst>
              <a:ext uri="{FF2B5EF4-FFF2-40B4-BE49-F238E27FC236}">
                <a16:creationId xmlns:a16="http://schemas.microsoft.com/office/drawing/2014/main" id="{779B0E9A-27F7-606F-7D64-6115756828BD}"/>
              </a:ext>
            </a:extLst>
          </p:cNvPr>
          <p:cNvSpPr/>
          <p:nvPr/>
        </p:nvSpPr>
        <p:spPr>
          <a:xfrm rot="3122261">
            <a:off x="1324385" y="98837"/>
            <a:ext cx="4528068" cy="3557068"/>
          </a:xfrm>
          <a:prstGeom prst="arc">
            <a:avLst>
              <a:gd name="adj1" fmla="val 16116605"/>
              <a:gd name="adj2" fmla="val 0"/>
            </a:avLst>
          </a:prstGeom>
          <a:ln w="25400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 sz="882"/>
          </a:p>
        </p:txBody>
      </p:sp>
      <p:sp>
        <p:nvSpPr>
          <p:cNvPr id="59" name="Arc 58">
            <a:extLst>
              <a:ext uri="{FF2B5EF4-FFF2-40B4-BE49-F238E27FC236}">
                <a16:creationId xmlns:a16="http://schemas.microsoft.com/office/drawing/2014/main" id="{D18D22CD-FC91-D836-38C7-FD8D7CDE13E6}"/>
              </a:ext>
            </a:extLst>
          </p:cNvPr>
          <p:cNvSpPr/>
          <p:nvPr/>
        </p:nvSpPr>
        <p:spPr>
          <a:xfrm rot="3122261">
            <a:off x="2056200" y="1037841"/>
            <a:ext cx="3582465" cy="2218848"/>
          </a:xfrm>
          <a:prstGeom prst="arc">
            <a:avLst>
              <a:gd name="adj1" fmla="val 16174176"/>
              <a:gd name="adj2" fmla="val 0"/>
            </a:avLst>
          </a:prstGeom>
          <a:ln w="25400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 sz="882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03A24B0-2875-9804-50EB-5FCC702FF57D}"/>
              </a:ext>
            </a:extLst>
          </p:cNvPr>
          <p:cNvSpPr txBox="1"/>
          <p:nvPr/>
        </p:nvSpPr>
        <p:spPr>
          <a:xfrm>
            <a:off x="6036240" y="3264502"/>
            <a:ext cx="99144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000" dirty="0"/>
              <a:t>Resource extraction + outflow</a:t>
            </a:r>
          </a:p>
        </p:txBody>
      </p:sp>
      <p:sp>
        <p:nvSpPr>
          <p:cNvPr id="99" name="AutoShape 4">
            <a:extLst>
              <a:ext uri="{FF2B5EF4-FFF2-40B4-BE49-F238E27FC236}">
                <a16:creationId xmlns:a16="http://schemas.microsoft.com/office/drawing/2014/main" id="{F7D9C9AC-A548-0B6B-E12C-9B9FA5D924C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61318" y="2122211"/>
            <a:ext cx="197414" cy="197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59225" tIns="29612" rIns="59225" bIns="29612" numCol="1" anchor="t" anchorCtr="0" compatLnSpc="1">
            <a:prstTxWarp prst="textNoShape">
              <a:avLst/>
            </a:prstTxWarp>
          </a:bodyPr>
          <a:lstStyle/>
          <a:p>
            <a:endParaRPr lang="en-CA" sz="1000"/>
          </a:p>
        </p:txBody>
      </p:sp>
      <p:pic>
        <p:nvPicPr>
          <p:cNvPr id="6" name="Graphic 5" descr="Seaweed with solid fill">
            <a:extLst>
              <a:ext uri="{FF2B5EF4-FFF2-40B4-BE49-F238E27FC236}">
                <a16:creationId xmlns:a16="http://schemas.microsoft.com/office/drawing/2014/main" id="{955C1C61-7C36-4A66-F8E0-64B5826339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70471" y="1209506"/>
            <a:ext cx="464398" cy="464398"/>
          </a:xfrm>
          <a:prstGeom prst="rect">
            <a:avLst/>
          </a:prstGeom>
        </p:spPr>
      </p:pic>
      <p:pic>
        <p:nvPicPr>
          <p:cNvPr id="2050" name="Picture 2" descr="Dreissena polymorpha">
            <a:extLst>
              <a:ext uri="{FF2B5EF4-FFF2-40B4-BE49-F238E27FC236}">
                <a16:creationId xmlns:a16="http://schemas.microsoft.com/office/drawing/2014/main" id="{7E6EFFF4-F672-3CF3-844D-5BD3BE4D50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5607" y="504818"/>
            <a:ext cx="379970" cy="239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Dorosoma cepedianum">
            <a:extLst>
              <a:ext uri="{FF2B5EF4-FFF2-40B4-BE49-F238E27FC236}">
                <a16:creationId xmlns:a16="http://schemas.microsoft.com/office/drawing/2014/main" id="{B424337B-4D80-9B16-AE32-627D9AD86C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1756" y="504973"/>
            <a:ext cx="584437" cy="281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C325244-F071-15DE-8442-D93324BA0D3C}"/>
              </a:ext>
            </a:extLst>
          </p:cNvPr>
          <p:cNvSpPr txBox="1"/>
          <p:nvPr/>
        </p:nvSpPr>
        <p:spPr>
          <a:xfrm>
            <a:off x="5649058" y="2044022"/>
            <a:ext cx="99144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000" dirty="0"/>
              <a:t>Outflow</a:t>
            </a:r>
          </a:p>
        </p:txBody>
      </p:sp>
    </p:spTree>
    <p:extLst>
      <p:ext uri="{BB962C8B-B14F-4D97-AF65-F5344CB8AC3E}">
        <p14:creationId xmlns:p14="http://schemas.microsoft.com/office/powerpoint/2010/main" val="262263771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2797</TotalTime>
  <Words>564</Words>
  <Application>Microsoft Office PowerPoint</Application>
  <PresentationFormat>Custom</PresentationFormat>
  <Paragraphs>70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Sandra Klemet-N'guessan</dc:creator>
  <cp:lastModifiedBy>Sandra Klemet-N'guessan</cp:lastModifiedBy>
  <cp:revision>1</cp:revision>
  <dcterms:created xsi:type="dcterms:W3CDTF">2025-12-14T16:22:11Z</dcterms:created>
  <dcterms:modified xsi:type="dcterms:W3CDTF">2026-07-03T17:25:38Z</dcterms:modified>
</cp:coreProperties>
</file>